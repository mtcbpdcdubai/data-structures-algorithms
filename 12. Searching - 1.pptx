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1"/>
            <a:ext cx="7772400" cy="838199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SEARCHING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447800"/>
            <a:ext cx="7543800" cy="5105400"/>
          </a:xfrm>
        </p:spPr>
        <p:txBody>
          <a:bodyPr/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Finding the location of a given data item in a collection of items.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It depends on the data structure used.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An array with n items can be searched using</a:t>
            </a: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Linear search (sequential search)</a:t>
            </a: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Binary search </a:t>
            </a:r>
          </a:p>
          <a:p>
            <a:pPr marL="1371600" lvl="2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very fast and efficient</a:t>
            </a:r>
          </a:p>
          <a:p>
            <a:pPr marL="1371600" lvl="2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This needs data to be sorted.</a:t>
            </a:r>
          </a:p>
          <a:p>
            <a:pPr marL="1371600" lvl="2" indent="-457200" algn="l">
              <a:buFont typeface="Arial" pitchFamily="34" charset="0"/>
              <a:buChar char="•"/>
            </a:pPr>
            <a:endParaRPr lang="en-US" dirty="0" smtClean="0"/>
          </a:p>
          <a:p>
            <a:pPr marL="457200" indent="-457200" algn="l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73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SEQUENTIAL SEARCH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Can be applied </a:t>
            </a:r>
          </a:p>
          <a:p>
            <a:pPr lvl="1"/>
            <a:r>
              <a:rPr lang="en-US" dirty="0" smtClean="0"/>
              <a:t>to array and LL</a:t>
            </a:r>
          </a:p>
          <a:p>
            <a:pPr lvl="1"/>
            <a:r>
              <a:rPr lang="en-US" dirty="0" smtClean="0"/>
              <a:t>to sorted as well as unsorted list</a:t>
            </a:r>
          </a:p>
          <a:p>
            <a:r>
              <a:rPr lang="en-US" b="1" dirty="0" smtClean="0"/>
              <a:t>In sorted list :</a:t>
            </a:r>
          </a:p>
          <a:p>
            <a:pPr marL="0" indent="0">
              <a:buNone/>
            </a:pPr>
            <a:r>
              <a:rPr lang="en-US" dirty="0" smtClean="0"/>
              <a:t>Start searching sequentially from 0</a:t>
            </a:r>
            <a:r>
              <a:rPr lang="en-US" baseline="30000" dirty="0" smtClean="0"/>
              <a:t>th</a:t>
            </a:r>
            <a:r>
              <a:rPr lang="en-US" dirty="0" smtClean="0"/>
              <a:t> location of the array, till either element is found or the element whose value is greater than the element being searched is found.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1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Sequential Search in Unsorted list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In unsorted </a:t>
            </a:r>
            <a:r>
              <a:rPr lang="en-US" b="1" dirty="0"/>
              <a:t>list </a:t>
            </a:r>
            <a:endParaRPr lang="en-US" b="1" dirty="0" smtClean="0"/>
          </a:p>
          <a:p>
            <a:pPr marL="0" indent="0" algn="just">
              <a:buNone/>
            </a:pPr>
            <a:r>
              <a:rPr lang="en-US" b="1" dirty="0"/>
              <a:t> </a:t>
            </a:r>
            <a:r>
              <a:rPr lang="en-US" b="1" dirty="0" smtClean="0"/>
              <a:t>   </a:t>
            </a:r>
            <a:r>
              <a:rPr lang="en-US" dirty="0" smtClean="0"/>
              <a:t>sequentially search from the 0</a:t>
            </a:r>
            <a:r>
              <a:rPr lang="en-US" baseline="30000" dirty="0" smtClean="0"/>
              <a:t>th</a:t>
            </a:r>
            <a:r>
              <a:rPr lang="en-US" dirty="0" smtClean="0"/>
              <a:t> location one after the other till the element is found or after reaching the (n-1)</a:t>
            </a:r>
            <a:r>
              <a:rPr lang="en-US" dirty="0" err="1" smtClean="0"/>
              <a:t>th</a:t>
            </a:r>
            <a:r>
              <a:rPr lang="en-US" dirty="0" smtClean="0"/>
              <a:t> location of the array. </a:t>
            </a:r>
          </a:p>
          <a:p>
            <a:pPr marL="0" indent="0">
              <a:buNone/>
            </a:pPr>
            <a:r>
              <a:rPr lang="en-US" b="1" dirty="0" smtClean="0"/>
              <a:t>Ex: Given an unsorted array </a:t>
            </a:r>
          </a:p>
          <a:p>
            <a:pPr marL="514350" indent="-514350">
              <a:buAutoNum type="arabicPlain" startAt="11"/>
            </a:pPr>
            <a:r>
              <a:rPr lang="en-US" dirty="0" smtClean="0"/>
              <a:t>   2   8    14    56    24    16   1   89   3 </a:t>
            </a:r>
          </a:p>
          <a:p>
            <a:pPr marL="0" indent="0">
              <a:buNone/>
            </a:pPr>
            <a:r>
              <a:rPr lang="en-US" dirty="0" smtClean="0"/>
              <a:t>Search for 56</a:t>
            </a:r>
          </a:p>
          <a:p>
            <a:pPr marL="0" indent="0">
              <a:buNone/>
            </a:pPr>
            <a:r>
              <a:rPr lang="en-US" dirty="0" smtClean="0"/>
              <a:t>Result at step 5 </a:t>
            </a:r>
          </a:p>
          <a:p>
            <a:pPr marL="0" indent="0">
              <a:buNone/>
            </a:pPr>
            <a:r>
              <a:rPr lang="en-US" b="1" dirty="0" smtClean="0"/>
              <a:t>Performance</a:t>
            </a:r>
            <a:r>
              <a:rPr lang="en-US" dirty="0" smtClean="0"/>
              <a:t> : no. of comparisons done to find out an element. O(n)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0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9216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Sequential search in unsorted list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Write a program to read a set of </a:t>
            </a:r>
            <a:r>
              <a:rPr lang="en-US" b="1" dirty="0" smtClean="0"/>
              <a:t>n</a:t>
            </a:r>
            <a:r>
              <a:rPr lang="en-US" dirty="0" smtClean="0"/>
              <a:t> numbers, and search for a particular element </a:t>
            </a:r>
            <a:r>
              <a:rPr lang="en-US" b="1" dirty="0" smtClean="0"/>
              <a:t>item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Main steps 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Read n, the size of the array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Read the n elements and store them in an array.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Read the search element, item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Using a loop, sequentially compare every array element with item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Print the location of the item, if it is found, else print element not found.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3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Searching in ordered list – Binary search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Needs elements to be sorted. </a:t>
            </a:r>
          </a:p>
          <a:p>
            <a:r>
              <a:rPr lang="en-US" dirty="0" smtClean="0"/>
              <a:t>Compare search item with the mid element of the array. If found terminate successfully.</a:t>
            </a:r>
          </a:p>
          <a:p>
            <a:r>
              <a:rPr lang="en-US" dirty="0" smtClean="0"/>
              <a:t>Divide the array into two parts</a:t>
            </a:r>
          </a:p>
          <a:p>
            <a:r>
              <a:rPr lang="en-US" dirty="0" smtClean="0"/>
              <a:t>First part from 0 to (n/2 -1) – elements lower than the mid element.</a:t>
            </a:r>
          </a:p>
          <a:p>
            <a:r>
              <a:rPr lang="en-US" dirty="0" smtClean="0"/>
              <a:t>Second part from (n/2 + 1) – elements greater than the mid element.</a:t>
            </a:r>
          </a:p>
          <a:p>
            <a:r>
              <a:rPr lang="en-US" dirty="0" smtClean="0"/>
              <a:t>Compare the element with mid element. If same, return location, else next step</a:t>
            </a:r>
          </a:p>
          <a:p>
            <a:r>
              <a:rPr lang="en-US" dirty="0" smtClean="0"/>
              <a:t>Searching is continued either with first part(if search item is smaller than mid) or second part(if </a:t>
            </a:r>
            <a:r>
              <a:rPr lang="en-US" dirty="0"/>
              <a:t>search item is </a:t>
            </a:r>
            <a:r>
              <a:rPr lang="en-US" dirty="0" smtClean="0"/>
              <a:t>greater </a:t>
            </a:r>
            <a:r>
              <a:rPr lang="en-US" dirty="0"/>
              <a:t>than mid) 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0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Binary Search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dirty="0" smtClean="0"/>
              <a:t>Process is repeated for first or second half, until element is found, or the division gives one element.</a:t>
            </a:r>
          </a:p>
          <a:p>
            <a:r>
              <a:rPr lang="en-US" dirty="0"/>
              <a:t>If list is unsorted </a:t>
            </a:r>
          </a:p>
          <a:p>
            <a:pPr lvl="1"/>
            <a:r>
              <a:rPr lang="en-US" dirty="0"/>
              <a:t> linear search</a:t>
            </a:r>
          </a:p>
          <a:p>
            <a:pPr lvl="1"/>
            <a:r>
              <a:rPr lang="en-US" dirty="0"/>
              <a:t>Binary search after sorting.</a:t>
            </a:r>
          </a:p>
          <a:p>
            <a:r>
              <a:rPr lang="en-US" dirty="0"/>
              <a:t>If list is sorted </a:t>
            </a:r>
          </a:p>
          <a:p>
            <a:pPr lvl="1"/>
            <a:r>
              <a:rPr lang="en-US" dirty="0"/>
              <a:t>binary search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53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Binary Search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Pseudo code :</a:t>
            </a:r>
          </a:p>
          <a:p>
            <a:pPr marL="514350" indent="-514350">
              <a:buAutoNum type="arabicPeriod"/>
            </a:pPr>
            <a:r>
              <a:rPr lang="en-US" dirty="0" smtClean="0"/>
              <a:t>low </a:t>
            </a:r>
            <a:r>
              <a:rPr lang="en-US" dirty="0"/>
              <a:t>= 1, high = n</a:t>
            </a:r>
          </a:p>
          <a:p>
            <a:pPr marL="514350" indent="-514350">
              <a:buAutoNum type="arabicPeriod"/>
            </a:pPr>
            <a:r>
              <a:rPr lang="en-US" dirty="0" smtClean="0"/>
              <a:t>while(low&lt;high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{ mid = (low + high)/2</a:t>
            </a:r>
          </a:p>
          <a:p>
            <a:pPr marL="0" indent="0">
              <a:buNone/>
            </a:pPr>
            <a:r>
              <a:rPr lang="en-US" dirty="0"/>
              <a:t>        if (item = a[mid]) </a:t>
            </a:r>
          </a:p>
          <a:p>
            <a:pPr marL="0" indent="0">
              <a:buNone/>
            </a:pPr>
            <a:r>
              <a:rPr lang="en-US" dirty="0"/>
              <a:t>          { print element found at location mid </a:t>
            </a:r>
            <a:r>
              <a:rPr lang="en-US" dirty="0" smtClean="0"/>
              <a:t>and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/>
              <a:t>stop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else if (item &lt; a[mid]) high = mid - 1;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else  low = mid + 1;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}</a:t>
            </a:r>
          </a:p>
          <a:p>
            <a:pPr marL="0" indent="0">
              <a:buNone/>
            </a:pPr>
            <a:r>
              <a:rPr lang="en-US" dirty="0" smtClean="0"/>
              <a:t>3. Print location is zero and element is not found, if for all iterations item = a[mid] is false.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7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Binary Search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smtClean="0"/>
              <a:t>Ex : Search for x = 25 in the sorted list:</a:t>
            </a:r>
          </a:p>
          <a:p>
            <a:pPr marL="514350" indent="-514350">
              <a:buAutoNum type="arabicPlain" startAt="15"/>
            </a:pPr>
            <a:r>
              <a:rPr lang="en-US" dirty="0" smtClean="0"/>
              <a:t>   23   26   41   52   59   75   84   91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rabicPlain" startAt="15"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721646"/>
              </p:ext>
            </p:extLst>
          </p:nvPr>
        </p:nvGraphicFramePr>
        <p:xfrm>
          <a:off x="1371600" y="2971800"/>
          <a:ext cx="6096000" cy="23977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685800"/>
                <a:gridCol w="762000"/>
                <a:gridCol w="762000"/>
                <a:gridCol w="762000"/>
                <a:gridCol w="1143000"/>
                <a:gridCol w="1981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S.No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a[mid]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r>
                        <a:rPr lang="en-US" baseline="0" dirty="0" smtClean="0"/>
                        <a:t> = a[mid] or </a:t>
                      </a:r>
                    </a:p>
                    <a:p>
                      <a:r>
                        <a:rPr lang="en-US" baseline="0" dirty="0" smtClean="0"/>
                        <a:t>x &lt; a[mid] or </a:t>
                      </a:r>
                    </a:p>
                    <a:p>
                      <a:r>
                        <a:rPr lang="en-US" baseline="0" dirty="0" smtClean="0"/>
                        <a:t>x &gt; a[mid] 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15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Analysis of sequential and binary search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Sequential search in unsorted/sorted array:</a:t>
            </a:r>
          </a:p>
          <a:p>
            <a:r>
              <a:rPr lang="en-US" b="1" dirty="0" smtClean="0"/>
              <a:t>Best case</a:t>
            </a:r>
            <a:r>
              <a:rPr lang="en-US" dirty="0" smtClean="0"/>
              <a:t>: if search element is at first position</a:t>
            </a:r>
          </a:p>
          <a:p>
            <a:pPr lvl="1"/>
            <a:r>
              <a:rPr lang="en-US" dirty="0" smtClean="0"/>
              <a:t>No. of comparisons is only one.</a:t>
            </a:r>
          </a:p>
          <a:p>
            <a:r>
              <a:rPr lang="en-US" b="1" dirty="0" smtClean="0"/>
              <a:t>Average case</a:t>
            </a:r>
            <a:r>
              <a:rPr lang="en-US" dirty="0" smtClean="0"/>
              <a:t>: element not in fast or last position.</a:t>
            </a:r>
          </a:p>
          <a:p>
            <a:pPr lvl="1"/>
            <a:r>
              <a:rPr lang="en-US" dirty="0" smtClean="0"/>
              <a:t>No. of comparisons = average number of comparisons</a:t>
            </a:r>
          </a:p>
          <a:p>
            <a:r>
              <a:rPr lang="en-US" b="1" dirty="0" smtClean="0"/>
              <a:t>Worst case</a:t>
            </a:r>
            <a:r>
              <a:rPr lang="en-US" dirty="0" smtClean="0"/>
              <a:t>: search element is in last position</a:t>
            </a:r>
          </a:p>
          <a:p>
            <a:pPr lvl="1"/>
            <a:r>
              <a:rPr lang="en-US" dirty="0" smtClean="0"/>
              <a:t>No. of comparisons = 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16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Analysis….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b="1" dirty="0" smtClean="0"/>
                  <a:t>Binary Search only on sorted array</a:t>
                </a:r>
              </a:p>
              <a:p>
                <a:r>
                  <a:rPr lang="en-US" b="1" dirty="0"/>
                  <a:t>Best case</a:t>
                </a:r>
                <a:r>
                  <a:rPr lang="en-US" dirty="0"/>
                  <a:t>: if search element is at </a:t>
                </a:r>
                <a:r>
                  <a:rPr lang="en-US" dirty="0" smtClean="0"/>
                  <a:t>middle </a:t>
                </a:r>
                <a:r>
                  <a:rPr lang="en-US" dirty="0"/>
                  <a:t>position</a:t>
                </a:r>
              </a:p>
              <a:p>
                <a:pPr lvl="1"/>
                <a:r>
                  <a:rPr lang="en-US" dirty="0"/>
                  <a:t>No. of comparisons is only one.</a:t>
                </a:r>
              </a:p>
              <a:p>
                <a:r>
                  <a:rPr lang="en-US" b="1" dirty="0"/>
                  <a:t>Average case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pPr lvl="1"/>
                <a:r>
                  <a:rPr lang="en-US" dirty="0"/>
                  <a:t>No. of comparisons = average number of </a:t>
                </a:r>
                <a:r>
                  <a:rPr lang="en-US" dirty="0" smtClean="0"/>
                  <a:t>comparisons = halfway between 1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𝑙𝑜𝑔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dirty="0" smtClean="0"/>
                  <a:t>n = 0.5 *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dirty="0" smtClean="0"/>
                  <a:t>n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dirty="0"/>
                  <a:t>n</a:t>
                </a:r>
                <a:r>
                  <a:rPr lang="en-US" dirty="0" smtClean="0"/>
                  <a:t> </a:t>
                </a:r>
                <a:endParaRPr lang="en-US" dirty="0"/>
              </a:p>
              <a:p>
                <a:r>
                  <a:rPr lang="en-US" b="1" dirty="0"/>
                  <a:t>Worst case</a:t>
                </a:r>
                <a:r>
                  <a:rPr lang="en-US" dirty="0"/>
                  <a:t>: </a:t>
                </a:r>
                <a:r>
                  <a:rPr lang="en-US" dirty="0" smtClean="0"/>
                  <a:t>maximum no. of comparison to search an </a:t>
                </a:r>
                <a:r>
                  <a:rPr lang="en-US" dirty="0"/>
                  <a:t>element = no. of times the list can be divided by </a:t>
                </a:r>
                <a:r>
                  <a:rPr lang="en-US" dirty="0" smtClean="0"/>
                  <a:t>2</a:t>
                </a:r>
                <a:endParaRPr lang="en-US" dirty="0"/>
              </a:p>
              <a:p>
                <a:pPr lvl="1"/>
                <a:r>
                  <a:rPr lang="en-US" dirty="0"/>
                  <a:t>No. of comparisons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dirty="0"/>
                  <a:t>n</a:t>
                </a:r>
              </a:p>
              <a:p>
                <a:pPr lvl="1"/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1481" t="-1469" r="-1259" b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484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Searching on Random Access Lists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In both </a:t>
                </a:r>
                <a:r>
                  <a:rPr lang="en-US" dirty="0" err="1" smtClean="0"/>
                  <a:t>algos</a:t>
                </a:r>
                <a:r>
                  <a:rPr lang="en-US" dirty="0" smtClean="0"/>
                  <a:t>, the location of the item is determined, by a sequence of comparisons.</a:t>
                </a:r>
              </a:p>
              <a:p>
                <a:r>
                  <a:rPr lang="en-US" dirty="0" smtClean="0"/>
                  <a:t>No. of comparisons depend on the data structure and the search </a:t>
                </a:r>
                <a:r>
                  <a:rPr lang="en-US" dirty="0" err="1" smtClean="0"/>
                  <a:t>algo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In an array and LL – Linear search – O(n) comparisons</a:t>
                </a:r>
              </a:p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dirty="0" smtClean="0"/>
                  <a:t>In a sorted array – binary search – O(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dirty="0" smtClean="0"/>
                  <a:t>n) comparisons.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1630" t="-1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18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Hash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Some applications require search to be performed in constant time – O(1). Ideally impossible – but very close to it is possible.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Uses a data structure – hash table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Ordinary array – direct addressing.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An element 10 is stored in a[10]</a:t>
            </a:r>
          </a:p>
          <a:p>
            <a:pPr marL="0" lvl="1" indent="0">
              <a:buNone/>
            </a:pPr>
            <a:r>
              <a:rPr lang="en-US" b="1" dirty="0" smtClean="0"/>
              <a:t>Advantage</a:t>
            </a:r>
            <a:r>
              <a:rPr lang="en-US" dirty="0" smtClean="0"/>
              <a:t>: search in O(1)</a:t>
            </a:r>
          </a:p>
          <a:p>
            <a:pPr marL="0" lvl="1" indent="0">
              <a:buNone/>
            </a:pPr>
            <a:r>
              <a:rPr lang="en-US" b="1" dirty="0" smtClean="0"/>
              <a:t>Disadvantages: </a:t>
            </a:r>
          </a:p>
          <a:p>
            <a:pPr marL="0" lvl="1" indent="0">
              <a:buNone/>
            </a:pPr>
            <a:r>
              <a:rPr lang="en-US" dirty="0" smtClean="0"/>
              <a:t>If the actual no. of keys is very small as compared to the total no. of possible keys, lot of space in the hash table will be wasted.</a:t>
            </a:r>
          </a:p>
          <a:p>
            <a:pPr marL="0" lvl="1" indent="0">
              <a:buNone/>
            </a:pPr>
            <a:r>
              <a:rPr lang="en-US" b="1" dirty="0" smtClean="0"/>
              <a:t>Ex: </a:t>
            </a:r>
            <a:r>
              <a:rPr lang="en-US" dirty="0" smtClean="0"/>
              <a:t>hash table a[100] Possible keys : 1 to 100.</a:t>
            </a:r>
          </a:p>
          <a:p>
            <a:pPr marL="0" lvl="1" indent="0">
              <a:buNone/>
            </a:pPr>
            <a:r>
              <a:rPr lang="en-US" dirty="0" smtClean="0"/>
              <a:t>Actual keys : 12, 15, 30, 45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32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881</Words>
  <Application>Microsoft Office PowerPoint</Application>
  <PresentationFormat>On-screen Show (4:3)</PresentationFormat>
  <Paragraphs>102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SEARCHING</vt:lpstr>
      <vt:lpstr>SEQUENTIAL SEARCH</vt:lpstr>
      <vt:lpstr>Sequential Search in Unsorted list</vt:lpstr>
      <vt:lpstr>Sequential search in unsorted list</vt:lpstr>
      <vt:lpstr>Searching in ordered list – Binary search</vt:lpstr>
      <vt:lpstr>Binary Search</vt:lpstr>
      <vt:lpstr>Binary Search</vt:lpstr>
      <vt:lpstr>Binary Search</vt:lpstr>
      <vt:lpstr>Analysis of sequential and binary search</vt:lpstr>
      <vt:lpstr>Analysis….</vt:lpstr>
      <vt:lpstr>Searching on Random Access Lists</vt:lpstr>
      <vt:lpstr>Hash Table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</dc:title>
  <dc:creator>user1</dc:creator>
  <cp:lastModifiedBy>manimaran</cp:lastModifiedBy>
  <cp:revision>35</cp:revision>
  <dcterms:created xsi:type="dcterms:W3CDTF">2006-08-16T00:00:00Z</dcterms:created>
  <dcterms:modified xsi:type="dcterms:W3CDTF">2014-03-02T07:04:58Z</dcterms:modified>
</cp:coreProperties>
</file>