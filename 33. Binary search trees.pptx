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48" r:id="rId1"/>
    <p:sldMasterId id="2147483650" r:id="rId2"/>
  </p:sldMasterIdLst>
  <p:notesMasterIdLst>
    <p:notesMasterId r:id="rId28"/>
  </p:notesMasterIdLst>
  <p:handoutMasterIdLst>
    <p:handoutMasterId r:id="rId29"/>
  </p:handoutMasterIdLst>
  <p:sldIdLst>
    <p:sldId id="256" r:id="rId3"/>
    <p:sldId id="452" r:id="rId4"/>
    <p:sldId id="453" r:id="rId5"/>
    <p:sldId id="454" r:id="rId6"/>
    <p:sldId id="477" r:id="rId7"/>
    <p:sldId id="455" r:id="rId8"/>
    <p:sldId id="456" r:id="rId9"/>
    <p:sldId id="457" r:id="rId10"/>
    <p:sldId id="458" r:id="rId11"/>
    <p:sldId id="459" r:id="rId12"/>
    <p:sldId id="460" r:id="rId13"/>
    <p:sldId id="461" r:id="rId14"/>
    <p:sldId id="478" r:id="rId15"/>
    <p:sldId id="462" r:id="rId16"/>
    <p:sldId id="473" r:id="rId17"/>
    <p:sldId id="464" r:id="rId18"/>
    <p:sldId id="465" r:id="rId19"/>
    <p:sldId id="466" r:id="rId20"/>
    <p:sldId id="467" r:id="rId21"/>
    <p:sldId id="468" r:id="rId22"/>
    <p:sldId id="469" r:id="rId23"/>
    <p:sldId id="470" r:id="rId24"/>
    <p:sldId id="471" r:id="rId25"/>
    <p:sldId id="476" r:id="rId26"/>
    <p:sldId id="472" r:id="rId27"/>
  </p:sldIdLst>
  <p:sldSz cx="9144000" cy="6858000" type="screen4x3"/>
  <p:notesSz cx="6997700" cy="9283700"/>
  <p:defaultTextStyle>
    <a:defPPr>
      <a:defRPr lang="en-GB"/>
    </a:defPPr>
    <a:lvl1pPr algn="l" defTabSz="457200" rtl="0" eaLnBrk="0" fontAlgn="base" hangingPunct="0">
      <a:lnSpc>
        <a:spcPct val="93000"/>
      </a:lnSpc>
      <a:spcBef>
        <a:spcPts val="500"/>
      </a:spcBef>
      <a:spcAft>
        <a:spcPct val="0"/>
      </a:spcAft>
      <a:buClr>
        <a:srgbClr val="333399"/>
      </a:buClr>
      <a:buSzPct val="100000"/>
      <a:buFont typeface="Arial" charset="0"/>
      <a:defRPr sz="2000" kern="1200">
        <a:solidFill>
          <a:schemeClr val="bg1"/>
        </a:solidFill>
        <a:latin typeface="Arial" charset="0"/>
        <a:ea typeface="ＭＳ Ｐゴシック" charset="-128"/>
        <a:cs typeface="+mn-cs"/>
      </a:defRPr>
    </a:lvl1pPr>
    <a:lvl2pPr marL="457200" algn="l" defTabSz="457200" rtl="0" eaLnBrk="0" fontAlgn="base" hangingPunct="0">
      <a:lnSpc>
        <a:spcPct val="93000"/>
      </a:lnSpc>
      <a:spcBef>
        <a:spcPts val="500"/>
      </a:spcBef>
      <a:spcAft>
        <a:spcPct val="0"/>
      </a:spcAft>
      <a:buClr>
        <a:srgbClr val="333399"/>
      </a:buClr>
      <a:buSzPct val="100000"/>
      <a:buFont typeface="Arial" charset="0"/>
      <a:defRPr sz="2000" kern="1200">
        <a:solidFill>
          <a:schemeClr val="bg1"/>
        </a:solidFill>
        <a:latin typeface="Arial" charset="0"/>
        <a:ea typeface="ＭＳ Ｐゴシック" charset="-128"/>
        <a:cs typeface="+mn-cs"/>
      </a:defRPr>
    </a:lvl2pPr>
    <a:lvl3pPr marL="914400" algn="l" defTabSz="457200" rtl="0" eaLnBrk="0" fontAlgn="base" hangingPunct="0">
      <a:lnSpc>
        <a:spcPct val="93000"/>
      </a:lnSpc>
      <a:spcBef>
        <a:spcPts val="500"/>
      </a:spcBef>
      <a:spcAft>
        <a:spcPct val="0"/>
      </a:spcAft>
      <a:buClr>
        <a:srgbClr val="333399"/>
      </a:buClr>
      <a:buSzPct val="100000"/>
      <a:buFont typeface="Arial" charset="0"/>
      <a:defRPr sz="2000" kern="1200">
        <a:solidFill>
          <a:schemeClr val="bg1"/>
        </a:solidFill>
        <a:latin typeface="Arial" charset="0"/>
        <a:ea typeface="ＭＳ Ｐゴシック" charset="-128"/>
        <a:cs typeface="+mn-cs"/>
      </a:defRPr>
    </a:lvl3pPr>
    <a:lvl4pPr marL="1371600" algn="l" defTabSz="457200" rtl="0" eaLnBrk="0" fontAlgn="base" hangingPunct="0">
      <a:lnSpc>
        <a:spcPct val="93000"/>
      </a:lnSpc>
      <a:spcBef>
        <a:spcPts val="500"/>
      </a:spcBef>
      <a:spcAft>
        <a:spcPct val="0"/>
      </a:spcAft>
      <a:buClr>
        <a:srgbClr val="333399"/>
      </a:buClr>
      <a:buSzPct val="100000"/>
      <a:buFont typeface="Arial" charset="0"/>
      <a:defRPr sz="2000" kern="1200">
        <a:solidFill>
          <a:schemeClr val="bg1"/>
        </a:solidFill>
        <a:latin typeface="Arial" charset="0"/>
        <a:ea typeface="ＭＳ Ｐゴシック" charset="-128"/>
        <a:cs typeface="+mn-cs"/>
      </a:defRPr>
    </a:lvl4pPr>
    <a:lvl5pPr marL="1828800" algn="l" defTabSz="457200" rtl="0" eaLnBrk="0" fontAlgn="base" hangingPunct="0">
      <a:lnSpc>
        <a:spcPct val="93000"/>
      </a:lnSpc>
      <a:spcBef>
        <a:spcPts val="500"/>
      </a:spcBef>
      <a:spcAft>
        <a:spcPct val="0"/>
      </a:spcAft>
      <a:buClr>
        <a:srgbClr val="333399"/>
      </a:buClr>
      <a:buSzPct val="100000"/>
      <a:buFont typeface="Arial" charset="0"/>
      <a:defRPr sz="2000" kern="1200">
        <a:solidFill>
          <a:schemeClr val="bg1"/>
        </a:solidFill>
        <a:latin typeface="Arial" charset="0"/>
        <a:ea typeface="ＭＳ Ｐゴシック" charset="-128"/>
        <a:cs typeface="+mn-cs"/>
      </a:defRPr>
    </a:lvl5pPr>
    <a:lvl6pPr marL="2286000" algn="l" defTabSz="914400" rtl="0" eaLnBrk="1" latinLnBrk="0" hangingPunct="1">
      <a:defRPr sz="2000" kern="1200">
        <a:solidFill>
          <a:schemeClr val="bg1"/>
        </a:solidFill>
        <a:latin typeface="Arial" charset="0"/>
        <a:ea typeface="ＭＳ Ｐゴシック" charset="-128"/>
        <a:cs typeface="+mn-cs"/>
      </a:defRPr>
    </a:lvl6pPr>
    <a:lvl7pPr marL="2743200" algn="l" defTabSz="914400" rtl="0" eaLnBrk="1" latinLnBrk="0" hangingPunct="1">
      <a:defRPr sz="2000" kern="1200">
        <a:solidFill>
          <a:schemeClr val="bg1"/>
        </a:solidFill>
        <a:latin typeface="Arial" charset="0"/>
        <a:ea typeface="ＭＳ Ｐゴシック" charset="-128"/>
        <a:cs typeface="+mn-cs"/>
      </a:defRPr>
    </a:lvl7pPr>
    <a:lvl8pPr marL="3200400" algn="l" defTabSz="914400" rtl="0" eaLnBrk="1" latinLnBrk="0" hangingPunct="1">
      <a:defRPr sz="2000" kern="1200">
        <a:solidFill>
          <a:schemeClr val="bg1"/>
        </a:solidFill>
        <a:latin typeface="Arial" charset="0"/>
        <a:ea typeface="ＭＳ Ｐゴシック" charset="-128"/>
        <a:cs typeface="+mn-cs"/>
      </a:defRPr>
    </a:lvl8pPr>
    <a:lvl9pPr marL="3657600" algn="l" defTabSz="914400" rtl="0" eaLnBrk="1" latinLnBrk="0" hangingPunct="1">
      <a:defRPr sz="2000" kern="1200">
        <a:solidFill>
          <a:schemeClr val="bg1"/>
        </a:solidFill>
        <a:latin typeface="Arial" charset="0"/>
        <a:ea typeface="ＭＳ Ｐゴシック" charset="-128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prnWhat="handouts6" frameSlides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66"/>
    <a:srgbClr val="010000"/>
    <a:srgbClr val="F2FFFF"/>
    <a:srgbClr val="70ABE2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81" d="100"/>
          <a:sy n="81" d="100"/>
        </p:scale>
        <p:origin x="-834" y="234"/>
      </p:cViewPr>
      <p:guideLst>
        <p:guide orient="horz" pos="2160"/>
        <p:guide pos="2880"/>
      </p:guideLst>
    </p:cSldViewPr>
  </p:slideViewPr>
  <p:outlineViewPr>
    <p:cViewPr varScale="1">
      <p:scale>
        <a:sx n="170" d="200"/>
        <a:sy n="170" d="200"/>
      </p:scale>
      <p:origin x="-780" y="-8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59" d="100"/>
          <a:sy n="59" d="100"/>
        </p:scale>
        <p:origin x="-1752" y="-72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2125" cy="4635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63988" y="0"/>
            <a:ext cx="3032125" cy="4635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B89646BF-754A-45EA-9B82-7B60EE268D05}" type="datetime1">
              <a:rPr lang="en-US"/>
              <a:pPr/>
              <a:t>4/28/2013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18563"/>
            <a:ext cx="3032125" cy="46355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63988" y="8818563"/>
            <a:ext cx="3032125" cy="46355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2D0A51B6-748C-4A1D-B3D4-3C10E22F9E8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8738228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7" name="AutoShape 1"/>
          <p:cNvSpPr>
            <a:spLocks noChangeArrowheads="1"/>
          </p:cNvSpPr>
          <p:nvPr/>
        </p:nvSpPr>
        <p:spPr bwMode="auto">
          <a:xfrm>
            <a:off x="0" y="0"/>
            <a:ext cx="6997700" cy="9283700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098" name="AutoShape 2"/>
          <p:cNvSpPr>
            <a:spLocks noChangeArrowheads="1"/>
          </p:cNvSpPr>
          <p:nvPr/>
        </p:nvSpPr>
        <p:spPr bwMode="auto">
          <a:xfrm>
            <a:off x="0" y="0"/>
            <a:ext cx="6997700" cy="9283700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099" name="Text Box 3"/>
          <p:cNvSpPr txBox="1">
            <a:spLocks noChangeArrowheads="1"/>
          </p:cNvSpPr>
          <p:nvPr/>
        </p:nvSpPr>
        <p:spPr bwMode="auto">
          <a:xfrm>
            <a:off x="0" y="0"/>
            <a:ext cx="3032125" cy="46355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100" name="Text Box 4"/>
          <p:cNvSpPr txBox="1">
            <a:spLocks noChangeArrowheads="1"/>
          </p:cNvSpPr>
          <p:nvPr/>
        </p:nvSpPr>
        <p:spPr bwMode="auto">
          <a:xfrm>
            <a:off x="3965575" y="0"/>
            <a:ext cx="3032125" cy="46355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7654" name="Rectangle 5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177925" y="696913"/>
            <a:ext cx="4638675" cy="3478212"/>
          </a:xfrm>
          <a:prstGeom prst="rect">
            <a:avLst/>
          </a:prstGeom>
          <a:noFill/>
          <a:ln w="9360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102" name="Rectangle 6"/>
          <p:cNvSpPr>
            <a:spLocks noGrp="1" noChangeArrowheads="1"/>
          </p:cNvSpPr>
          <p:nvPr>
            <p:ph type="body"/>
          </p:nvPr>
        </p:nvSpPr>
        <p:spPr bwMode="auto">
          <a:xfrm>
            <a:off x="933450" y="4410075"/>
            <a:ext cx="5127625" cy="417353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92880" tIns="46440" rIns="92880" bIns="4644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noProof="0"/>
          </a:p>
        </p:txBody>
      </p:sp>
      <p:sp>
        <p:nvSpPr>
          <p:cNvPr id="4103" name="Text Box 7"/>
          <p:cNvSpPr txBox="1">
            <a:spLocks noChangeArrowheads="1"/>
          </p:cNvSpPr>
          <p:nvPr/>
        </p:nvSpPr>
        <p:spPr bwMode="auto">
          <a:xfrm>
            <a:off x="0" y="8820150"/>
            <a:ext cx="3032125" cy="46355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104" name="Rectangle 8"/>
          <p:cNvSpPr>
            <a:spLocks noGrp="1" noChangeArrowheads="1"/>
          </p:cNvSpPr>
          <p:nvPr>
            <p:ph type="sldNum"/>
          </p:nvPr>
        </p:nvSpPr>
        <p:spPr bwMode="auto">
          <a:xfrm>
            <a:off x="3965575" y="8820150"/>
            <a:ext cx="3028950" cy="46037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92880" tIns="46440" rIns="92880" bIns="46440" numCol="1" anchor="b" anchorCtr="0" compatLnSpc="1">
            <a:prstTxWarp prst="textNoShape">
              <a:avLst/>
            </a:prstTxWarp>
          </a:bodyPr>
          <a:lstStyle>
            <a:lvl1pPr algn="r" eaLnBrk="1">
              <a:lnSpc>
                <a:spcPct val="100000"/>
              </a:lnSpc>
              <a:spcBef>
                <a:spcPct val="0"/>
              </a:spcBef>
              <a:buClr>
                <a:srgbClr val="000000"/>
              </a:buClr>
              <a:tabLst>
                <a:tab pos="723900" algn="l"/>
                <a:tab pos="1447800" algn="l"/>
                <a:tab pos="2171700" algn="l"/>
                <a:tab pos="2895600" algn="l"/>
              </a:tabLst>
              <a:defRPr sz="1200" b="1" i="1">
                <a:solidFill>
                  <a:srgbClr val="000000"/>
                </a:solidFill>
                <a:latin typeface="Times New Roman" charset="0"/>
              </a:defRPr>
            </a:lvl1pPr>
          </a:lstStyle>
          <a:p>
            <a:fld id="{86CBEC45-3CB4-483D-9F5F-50EF52AC5D86}" type="slidenum">
              <a:rPr lang="en-GB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343900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defTabSz="457200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charset="0"/>
      <a:defRPr sz="1200" kern="1200">
        <a:solidFill>
          <a:srgbClr val="000000"/>
        </a:solidFill>
        <a:latin typeface="Times New Roman" pitchFamily="-107" charset="0"/>
        <a:ea typeface="ＭＳ Ｐゴシック" charset="-128"/>
        <a:cs typeface="ＭＳ Ｐゴシック" charset="-128"/>
      </a:defRPr>
    </a:lvl1pPr>
    <a:lvl2pPr marL="37931725" indent="-37474525" algn="l" defTabSz="457200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charset="0"/>
      <a:defRPr sz="1200" kern="1200">
        <a:solidFill>
          <a:srgbClr val="000000"/>
        </a:solidFill>
        <a:latin typeface="Times New Roman" pitchFamily="-107" charset="0"/>
        <a:ea typeface="ＭＳ Ｐゴシック" charset="-128"/>
        <a:cs typeface="+mn-cs"/>
      </a:defRPr>
    </a:lvl2pPr>
    <a:lvl3pPr marL="1143000" indent="-228600" algn="l" defTabSz="457200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itchFamily="-107" charset="0"/>
      <a:defRPr sz="1200" kern="1200">
        <a:solidFill>
          <a:srgbClr val="000000"/>
        </a:solidFill>
        <a:latin typeface="Times New Roman" pitchFamily="-107" charset="0"/>
        <a:ea typeface="ＭＳ Ｐゴシック" charset="-128"/>
        <a:cs typeface="+mn-cs"/>
      </a:defRPr>
    </a:lvl3pPr>
    <a:lvl4pPr marL="1600200" indent="-228600" algn="l" defTabSz="457200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itchFamily="-107" charset="0"/>
      <a:defRPr sz="1200" kern="1200">
        <a:solidFill>
          <a:srgbClr val="000000"/>
        </a:solidFill>
        <a:latin typeface="Times New Roman" pitchFamily="-107" charset="0"/>
        <a:ea typeface="ＭＳ Ｐゴシック" charset="-128"/>
        <a:cs typeface="+mn-cs"/>
      </a:defRPr>
    </a:lvl4pPr>
    <a:lvl5pPr marL="2057400" indent="-228600" algn="l" defTabSz="457200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itchFamily="-107" charset="0"/>
      <a:defRPr sz="1200" kern="1200">
        <a:solidFill>
          <a:srgbClr val="000000"/>
        </a:solidFill>
        <a:latin typeface="Times New Roman" pitchFamily="-107" charset="0"/>
        <a:ea typeface="ＭＳ Ｐゴシック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8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/>
          <a:p>
            <a:fld id="{93B37F90-5D90-43D6-8722-B9DF374BF3ED}" type="slidenum">
              <a:rPr lang="en-GB"/>
              <a:pPr/>
              <a:t>1</a:t>
            </a:fld>
            <a:endParaRPr lang="en-GB"/>
          </a:p>
        </p:txBody>
      </p:sp>
      <p:sp>
        <p:nvSpPr>
          <p:cNvPr id="29699" name="Text Box 1"/>
          <p:cNvSpPr txBox="1">
            <a:spLocks noChangeArrowheads="1"/>
          </p:cNvSpPr>
          <p:nvPr/>
        </p:nvSpPr>
        <p:spPr bwMode="auto">
          <a:xfrm>
            <a:off x="3965575" y="8820150"/>
            <a:ext cx="3030538" cy="461963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92880" tIns="46440" rIns="92880" bIns="46440" anchor="b"/>
          <a:lstStyle/>
          <a:p>
            <a:pPr algn="r" eaLnBrk="1">
              <a:lnSpc>
                <a:spcPct val="100000"/>
              </a:lnSpc>
              <a:spcBef>
                <a:spcPct val="0"/>
              </a:spcBef>
              <a:buClr>
                <a:srgbClr val="000000"/>
              </a:buCl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FF9E96B9-C5F1-4F73-991F-1B8C49B5CD4B}" type="slidenum">
              <a:rPr lang="en-GB" sz="1200" b="1" i="1">
                <a:solidFill>
                  <a:srgbClr val="000000"/>
                </a:solidFill>
                <a:latin typeface="Times New Roman" charset="0"/>
              </a:rPr>
              <a:pPr algn="r" eaLnBrk="1">
                <a:lnSpc>
                  <a:spcPct val="100000"/>
                </a:lnSpc>
                <a:spcBef>
                  <a:spcPct val="0"/>
                </a:spcBef>
                <a:buClr>
                  <a:srgbClr val="000000"/>
                </a:buCl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</a:pPr>
              <a:t>1</a:t>
            </a:fld>
            <a:endParaRPr lang="en-GB" sz="1200" b="1" i="1">
              <a:solidFill>
                <a:srgbClr val="000000"/>
              </a:solidFill>
              <a:latin typeface="Times New Roman" charset="0"/>
            </a:endParaRPr>
          </a:p>
        </p:txBody>
      </p:sp>
      <p:sp>
        <p:nvSpPr>
          <p:cNvPr id="29700" name="Text Box 2"/>
          <p:cNvSpPr txBox="1">
            <a:spLocks noChangeArrowheads="1"/>
          </p:cNvSpPr>
          <p:nvPr/>
        </p:nvSpPr>
        <p:spPr bwMode="auto">
          <a:xfrm>
            <a:off x="3965575" y="8820150"/>
            <a:ext cx="3032125" cy="46355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92880" tIns="46440" rIns="92880" bIns="46440" anchor="b"/>
          <a:lstStyle/>
          <a:p>
            <a:pPr algn="r">
              <a:lnSpc>
                <a:spcPct val="100000"/>
              </a:lnSpc>
              <a:spcBef>
                <a:spcPct val="0"/>
              </a:spcBef>
              <a:buClr>
                <a:srgbClr val="000000"/>
              </a:buCl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E2800CE1-1E82-455B-9C98-E6FA7265441E}" type="slidenum">
              <a:rPr lang="en-GB" sz="1200" b="1" i="1">
                <a:solidFill>
                  <a:srgbClr val="000000"/>
                </a:solidFill>
              </a:rPr>
              <a:pPr algn="r">
                <a:lnSpc>
                  <a:spcPct val="100000"/>
                </a:lnSpc>
                <a:spcBef>
                  <a:spcPct val="0"/>
                </a:spcBef>
                <a:buClr>
                  <a:srgbClr val="000000"/>
                </a:buCl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</a:pPr>
              <a:t>1</a:t>
            </a:fld>
            <a:endParaRPr lang="en-GB" sz="1200" b="1" i="1">
              <a:solidFill>
                <a:srgbClr val="000000"/>
              </a:solidFill>
            </a:endParaRPr>
          </a:p>
        </p:txBody>
      </p:sp>
      <p:sp>
        <p:nvSpPr>
          <p:cNvPr id="29701" name="Text Box 3"/>
          <p:cNvSpPr txBox="1">
            <a:spLocks noChangeArrowheads="1"/>
          </p:cNvSpPr>
          <p:nvPr/>
        </p:nvSpPr>
        <p:spPr bwMode="auto">
          <a:xfrm>
            <a:off x="1177925" y="695325"/>
            <a:ext cx="4641850" cy="3481388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9702" name="Text Box 4"/>
          <p:cNvSpPr>
            <a:spLocks noGrp="1" noChangeArrowheads="1"/>
          </p:cNvSpPr>
          <p:nvPr>
            <p:ph type="body"/>
          </p:nvPr>
        </p:nvSpPr>
        <p:spPr>
          <a:xfrm>
            <a:off x="933450" y="4410075"/>
            <a:ext cx="5129213" cy="4176713"/>
          </a:xfrm>
          <a:noFill/>
          <a:ln/>
        </p:spPr>
        <p:txBody>
          <a:bodyPr wrap="none" anchor="ctr"/>
          <a:lstStyle/>
          <a:p>
            <a:endParaRPr lang="en-US" smtClean="0">
              <a:latin typeface="Times New Roman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hdr" sz="quarter" idx="4294967295"/>
          </p:nvPr>
        </p:nvSpPr>
        <p:spPr bwMode="auto">
          <a:xfrm>
            <a:off x="0" y="0"/>
            <a:ext cx="3032125" cy="46355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lIns="88139" tIns="44070" rIns="88139" bIns="44070"/>
          <a:lstStyle/>
          <a:p>
            <a:r>
              <a:rPr lang="en-US"/>
              <a:t>Dictionaries</a:t>
            </a:r>
          </a:p>
        </p:txBody>
      </p:sp>
      <p:sp>
        <p:nvSpPr>
          <p:cNvPr id="32771" name="Rectangle 3"/>
          <p:cNvSpPr>
            <a:spLocks noGrp="1" noChangeArrowheads="1"/>
          </p:cNvSpPr>
          <p:nvPr>
            <p:ph type="dt" sz="quarter" idx="4294967295"/>
          </p:nvPr>
        </p:nvSpPr>
        <p:spPr bwMode="auto">
          <a:xfrm>
            <a:off x="3965575" y="0"/>
            <a:ext cx="3032125" cy="46355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lIns="88139" tIns="44070" rIns="88139" bIns="44070"/>
          <a:lstStyle/>
          <a:p>
            <a:fld id="{DC8FAFCF-4850-41DA-BBD0-7A75F6E88319}" type="datetime8">
              <a:rPr lang="en-US"/>
              <a:pPr/>
              <a:t>4/28/2013 8:24 AM</a:t>
            </a:fld>
            <a:endParaRPr lang="en-US"/>
          </a:p>
        </p:txBody>
      </p:sp>
      <p:sp>
        <p:nvSpPr>
          <p:cNvPr id="32772" name="Rectangle 7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/>
          <a:p>
            <a:fld id="{53368F00-73D8-4032-9F3F-8CC5CF225F49}" type="slidenum">
              <a:rPr lang="en-US"/>
              <a:pPr/>
              <a:t>3</a:t>
            </a:fld>
            <a:endParaRPr lang="en-US"/>
          </a:p>
        </p:txBody>
      </p:sp>
      <p:sp>
        <p:nvSpPr>
          <p:cNvPr id="3277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>
              <a:latin typeface="Times New Roman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hdr" sz="quarter" idx="4294967295"/>
          </p:nvPr>
        </p:nvSpPr>
        <p:spPr bwMode="auto">
          <a:xfrm>
            <a:off x="0" y="0"/>
            <a:ext cx="3032125" cy="46355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lIns="88139" tIns="44070" rIns="88139" bIns="44070"/>
          <a:lstStyle/>
          <a:p>
            <a:r>
              <a:rPr lang="en-US"/>
              <a:t>Dictionaries</a:t>
            </a:r>
          </a:p>
        </p:txBody>
      </p:sp>
      <p:sp>
        <p:nvSpPr>
          <p:cNvPr id="40963" name="Rectangle 3"/>
          <p:cNvSpPr>
            <a:spLocks noGrp="1" noChangeArrowheads="1"/>
          </p:cNvSpPr>
          <p:nvPr>
            <p:ph type="dt" sz="quarter" idx="4294967295"/>
          </p:nvPr>
        </p:nvSpPr>
        <p:spPr bwMode="auto">
          <a:xfrm>
            <a:off x="3965575" y="0"/>
            <a:ext cx="3032125" cy="46355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lIns="88139" tIns="44070" rIns="88139" bIns="44070"/>
          <a:lstStyle/>
          <a:p>
            <a:fld id="{14DEFB77-A1D2-4A35-9FAB-803C30877B77}" type="datetime8">
              <a:rPr lang="en-US"/>
              <a:pPr/>
              <a:t>4/28/2013 8:24 AM</a:t>
            </a:fld>
            <a:endParaRPr lang="en-US"/>
          </a:p>
        </p:txBody>
      </p:sp>
      <p:sp>
        <p:nvSpPr>
          <p:cNvPr id="40964" name="Rectangle 7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/>
          <a:p>
            <a:fld id="{0BE55F90-8B2D-4B4B-A2E4-4A61C0E4DB48}" type="slidenum">
              <a:rPr lang="en-US"/>
              <a:pPr/>
              <a:t>11</a:t>
            </a:fld>
            <a:endParaRPr lang="en-US"/>
          </a:p>
        </p:txBody>
      </p:sp>
      <p:sp>
        <p:nvSpPr>
          <p:cNvPr id="4096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1100" y="698500"/>
            <a:ext cx="4637088" cy="3479800"/>
          </a:xfrm>
          <a:solidFill>
            <a:srgbClr val="FFFFFF"/>
          </a:solidFill>
          <a:ln/>
        </p:spPr>
      </p:sp>
      <p:sp>
        <p:nvSpPr>
          <p:cNvPr id="4096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863" y="4410075"/>
            <a:ext cx="5133975" cy="4175125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  <p:txBody>
          <a:bodyPr lIns="87998" tIns="43999" rIns="87998" bIns="43999"/>
          <a:lstStyle/>
          <a:p>
            <a:endParaRPr lang="en-US" smtClean="0">
              <a:latin typeface="Times New Roman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idx="10"/>
          </p:nvPr>
        </p:nvSpPr>
        <p:spPr>
          <a:xfrm>
            <a:off x="6858000" y="6172200"/>
            <a:ext cx="1901825" cy="4540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fld id="{004C2D3E-878D-4418-AD1B-0C4C29598B2E}" type="slidenum">
              <a:rPr lang="en-GB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idx="10"/>
          </p:nvPr>
        </p:nvSpPr>
        <p:spPr>
          <a:xfrm>
            <a:off x="6858000" y="6172200"/>
            <a:ext cx="1901825" cy="4540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fld id="{AE94CDC5-1BA4-4300-A051-4E2D4A4A2DFF}" type="slidenum">
              <a:rPr lang="en-GB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idx="10"/>
          </p:nvPr>
        </p:nvSpPr>
        <p:spPr>
          <a:xfrm>
            <a:off x="6858000" y="6172200"/>
            <a:ext cx="1901825" cy="4540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fld id="{35FA49B6-E299-4EA3-A7D5-49894EC628B4}" type="slidenum">
              <a:rPr lang="en-GB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11188" y="1600200"/>
            <a:ext cx="3883025" cy="43402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6613" y="1600200"/>
            <a:ext cx="3883025" cy="43402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idx="10"/>
          </p:nvPr>
        </p:nvSpPr>
        <p:spPr>
          <a:xfrm>
            <a:off x="6858000" y="6172200"/>
            <a:ext cx="1901825" cy="4540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fld id="{C98A1A59-FCB8-40EB-9A44-CD9C74F82C5B}" type="slidenum">
              <a:rPr lang="en-GB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sldNum" idx="10"/>
          </p:nvPr>
        </p:nvSpPr>
        <p:spPr>
          <a:xfrm>
            <a:off x="6858000" y="6172200"/>
            <a:ext cx="1901825" cy="4540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fld id="{CEC7E839-1450-4902-8333-82762CEA670A}" type="slidenum">
              <a:rPr lang="en-GB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sldNum" idx="10"/>
          </p:nvPr>
        </p:nvSpPr>
        <p:spPr>
          <a:xfrm>
            <a:off x="6858000" y="6172200"/>
            <a:ext cx="1901825" cy="4540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fld id="{11141C61-4941-427E-97F9-18161CCA93AF}" type="slidenum">
              <a:rPr lang="en-GB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sldNum" idx="10"/>
          </p:nvPr>
        </p:nvSpPr>
        <p:spPr>
          <a:xfrm>
            <a:off x="6858000" y="6172200"/>
            <a:ext cx="1901825" cy="4540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fld id="{377E88E9-8225-412A-8BC5-756042E31857}" type="slidenum">
              <a:rPr lang="en-GB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idx="10"/>
          </p:nvPr>
        </p:nvSpPr>
        <p:spPr>
          <a:xfrm>
            <a:off x="6858000" y="6172200"/>
            <a:ext cx="1901825" cy="4540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fld id="{2B6379AC-D71E-4356-915E-5F78EAE34992}" type="slidenum">
              <a:rPr lang="en-GB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idx="10"/>
          </p:nvPr>
        </p:nvSpPr>
        <p:spPr>
          <a:xfrm>
            <a:off x="6858000" y="6172200"/>
            <a:ext cx="1901825" cy="4540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fld id="{E2389F6F-0EE5-4CEA-A89A-1832F1622B12}" type="slidenum">
              <a:rPr lang="en-GB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idx="10"/>
          </p:nvPr>
        </p:nvSpPr>
        <p:spPr>
          <a:xfrm>
            <a:off x="6858000" y="6172200"/>
            <a:ext cx="1901825" cy="4540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fld id="{374D8FA5-D527-4867-849D-114402BFCEF9}" type="slidenum">
              <a:rPr lang="en-GB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04000" y="379413"/>
            <a:ext cx="1997075" cy="5561012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11188" y="379413"/>
            <a:ext cx="5840412" cy="5561012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idx="10"/>
          </p:nvPr>
        </p:nvSpPr>
        <p:spPr>
          <a:xfrm>
            <a:off x="6858000" y="6172200"/>
            <a:ext cx="1901825" cy="4540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fld id="{7CD3E098-98B8-42C3-9178-5F621D927BD2}" type="slidenum">
              <a:rPr lang="en-GB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304800"/>
            <a:ext cx="77724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838200" y="1905000"/>
            <a:ext cx="3810000" cy="4114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00600" y="1905000"/>
            <a:ext cx="3810000" cy="4114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fld id="{A1271BB9-6C96-486F-94C8-BD514CDC8F73}" type="datetime1">
              <a:rPr lang="en-US"/>
              <a:pPr/>
              <a:t>4/28/2013</a:t>
            </a:fld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1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fld id="{2FD081BB-BAD9-423A-A3ED-4242EE3E241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idx="10"/>
          </p:nvPr>
        </p:nvSpPr>
        <p:spPr/>
        <p:txBody>
          <a:bodyPr/>
          <a:lstStyle>
            <a:lvl1pPr>
              <a:defRPr sz="1600"/>
            </a:lvl1pPr>
          </a:lstStyle>
          <a:p>
            <a:r>
              <a:rPr lang="en-GB"/>
              <a:t>http://parasol.tamuedu</a:t>
            </a:r>
          </a:p>
          <a:p>
            <a:endParaRPr lang="en-GB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idx="10"/>
          </p:nvPr>
        </p:nvSpPr>
        <p:spPr/>
        <p:txBody>
          <a:bodyPr/>
          <a:lstStyle>
            <a:lvl1pPr>
              <a:defRPr sz="1600"/>
            </a:lvl1pPr>
          </a:lstStyle>
          <a:p>
            <a:r>
              <a:rPr lang="en-GB"/>
              <a:t>http://parasol.tamuedu</a:t>
            </a:r>
          </a:p>
          <a:p>
            <a:endParaRPr lang="en-GB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11188" y="1600200"/>
            <a:ext cx="3883025" cy="43402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6613" y="1600200"/>
            <a:ext cx="3883025" cy="43402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sldNum" idx="10"/>
          </p:nvPr>
        </p:nvSpPr>
        <p:spPr/>
        <p:txBody>
          <a:bodyPr/>
          <a:lstStyle>
            <a:lvl1pPr>
              <a:defRPr sz="1600"/>
            </a:lvl1pPr>
          </a:lstStyle>
          <a:p>
            <a:r>
              <a:rPr lang="en-GB"/>
              <a:t>http://parasol.tamuedu</a:t>
            </a:r>
          </a:p>
          <a:p>
            <a:endParaRPr lang="en-GB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idx="10"/>
          </p:nvPr>
        </p:nvSpPr>
        <p:spPr/>
        <p:txBody>
          <a:bodyPr/>
          <a:lstStyle>
            <a:lvl1pPr>
              <a:defRPr sz="1600"/>
            </a:lvl1pPr>
          </a:lstStyle>
          <a:p>
            <a:r>
              <a:rPr lang="en-GB"/>
              <a:t>http://parasol.tamuedu</a:t>
            </a:r>
          </a:p>
          <a:p>
            <a:endParaRPr lang="en-GB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2"/>
          <p:cNvSpPr>
            <a:spLocks noGrp="1" noChangeArrowheads="1"/>
          </p:cNvSpPr>
          <p:nvPr>
            <p:ph type="sldNum" idx="10"/>
          </p:nvPr>
        </p:nvSpPr>
        <p:spPr/>
        <p:txBody>
          <a:bodyPr/>
          <a:lstStyle>
            <a:lvl1pPr>
              <a:defRPr sz="1600"/>
            </a:lvl1pPr>
          </a:lstStyle>
          <a:p>
            <a:r>
              <a:rPr lang="en-GB"/>
              <a:t>http://parasol.tamuedu</a:t>
            </a:r>
          </a:p>
          <a:p>
            <a:endParaRPr lang="en-GB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 noChangeArrowheads="1"/>
          </p:cNvSpPr>
          <p:nvPr>
            <p:ph type="sldNum" idx="10"/>
          </p:nvPr>
        </p:nvSpPr>
        <p:spPr/>
        <p:txBody>
          <a:bodyPr/>
          <a:lstStyle>
            <a:lvl1pPr>
              <a:defRPr sz="1600"/>
            </a:lvl1pPr>
          </a:lstStyle>
          <a:p>
            <a:r>
              <a:rPr lang="en-GB"/>
              <a:t>http://parasol.tamuedu</a:t>
            </a:r>
          </a:p>
          <a:p>
            <a:endParaRPr lang="en-GB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sldNum" idx="10"/>
          </p:nvPr>
        </p:nvSpPr>
        <p:spPr/>
        <p:txBody>
          <a:bodyPr/>
          <a:lstStyle>
            <a:lvl1pPr>
              <a:defRPr sz="1600"/>
            </a:lvl1pPr>
          </a:lstStyle>
          <a:p>
            <a:r>
              <a:rPr lang="en-GB"/>
              <a:t>http://parasol.tamuedu</a:t>
            </a:r>
          </a:p>
          <a:p>
            <a:endParaRPr lang="en-GB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sldNum" idx="10"/>
          </p:nvPr>
        </p:nvSpPr>
        <p:spPr/>
        <p:txBody>
          <a:bodyPr/>
          <a:lstStyle>
            <a:lvl1pPr>
              <a:defRPr sz="1600"/>
            </a:lvl1pPr>
          </a:lstStyle>
          <a:p>
            <a:r>
              <a:rPr lang="en-GB"/>
              <a:t>http://parasol.tamuedu</a:t>
            </a:r>
          </a:p>
          <a:p>
            <a:endParaRPr lang="en-GB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idx="10"/>
          </p:nvPr>
        </p:nvSpPr>
        <p:spPr/>
        <p:txBody>
          <a:bodyPr/>
          <a:lstStyle>
            <a:lvl1pPr>
              <a:defRPr sz="1600"/>
            </a:lvl1pPr>
          </a:lstStyle>
          <a:p>
            <a:r>
              <a:rPr lang="en-GB"/>
              <a:t>http://parasol.tamuedu</a:t>
            </a:r>
          </a:p>
          <a:p>
            <a:endParaRPr lang="en-GB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04000" y="379413"/>
            <a:ext cx="1997075" cy="5561012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11188" y="379413"/>
            <a:ext cx="5840412" cy="5561012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idx="10"/>
          </p:nvPr>
        </p:nvSpPr>
        <p:spPr/>
        <p:txBody>
          <a:bodyPr/>
          <a:lstStyle>
            <a:lvl1pPr>
              <a:defRPr sz="1600"/>
            </a:lvl1pPr>
          </a:lstStyle>
          <a:p>
            <a:r>
              <a:rPr lang="en-GB"/>
              <a:t>http://parasol.tamuedu</a:t>
            </a:r>
          </a:p>
          <a:p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611188" y="379413"/>
            <a:ext cx="7989887" cy="83502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vert="horz" wrap="square" lIns="92160" tIns="46080" rIns="92160" bIns="4608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the title text format</a:t>
            </a:r>
          </a:p>
        </p:txBody>
      </p:sp>
      <p:sp>
        <p:nvSpPr>
          <p:cNvPr id="1027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611188" y="1600200"/>
            <a:ext cx="7918450" cy="434022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vert="horz" wrap="square" lIns="92160" tIns="46080" rIns="92160" bIns="4608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the outline text format</a:t>
            </a:r>
          </a:p>
          <a:p>
            <a:pPr lvl="1"/>
            <a:r>
              <a:rPr lang="en-GB" smtClean="0"/>
              <a:t>Second Outline Level</a:t>
            </a:r>
          </a:p>
          <a:p>
            <a:pPr lvl="2"/>
            <a:r>
              <a:rPr lang="en-GB" smtClean="0"/>
              <a:t>Third Outline Level</a:t>
            </a:r>
          </a:p>
          <a:p>
            <a:pPr lvl="3"/>
            <a:r>
              <a:rPr lang="en-GB" smtClean="0"/>
              <a:t>Fourth Outline Level</a:t>
            </a:r>
          </a:p>
          <a:p>
            <a:pPr lvl="4"/>
            <a:r>
              <a:rPr lang="en-GB" smtClean="0"/>
              <a:t>Fifth Outline Level</a:t>
            </a:r>
          </a:p>
          <a:p>
            <a:pPr lvl="4"/>
            <a:r>
              <a:rPr lang="en-GB" smtClean="0"/>
              <a:t>Sixth Outline Level</a:t>
            </a:r>
          </a:p>
          <a:p>
            <a:pPr lvl="4"/>
            <a:r>
              <a:rPr lang="en-GB" smtClean="0"/>
              <a:t>Seventh Outline Level</a:t>
            </a:r>
          </a:p>
          <a:p>
            <a:pPr lvl="4"/>
            <a:r>
              <a:rPr lang="en-GB" smtClean="0"/>
              <a:t>Eighth Outline Level</a:t>
            </a:r>
          </a:p>
          <a:p>
            <a:pPr lvl="4"/>
            <a:r>
              <a:rPr lang="en-GB" smtClean="0"/>
              <a:t>Ninth Outline Level</a:t>
            </a:r>
          </a:p>
        </p:txBody>
      </p:sp>
      <p:sp>
        <p:nvSpPr>
          <p:cNvPr id="2" name="Text Box 3"/>
          <p:cNvSpPr txBox="1">
            <a:spLocks noChangeArrowheads="1"/>
          </p:cNvSpPr>
          <p:nvPr/>
        </p:nvSpPr>
        <p:spPr bwMode="auto">
          <a:xfrm>
            <a:off x="381000" y="6165850"/>
            <a:ext cx="1670050" cy="46355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30" name="Rectangle 6"/>
          <p:cNvSpPr>
            <a:spLocks noChangeArrowheads="1"/>
          </p:cNvSpPr>
          <p:nvPr/>
        </p:nvSpPr>
        <p:spPr bwMode="auto">
          <a:xfrm>
            <a:off x="762000" y="1371600"/>
            <a:ext cx="6399213" cy="46038"/>
          </a:xfrm>
          <a:prstGeom prst="rect">
            <a:avLst/>
          </a:prstGeom>
          <a:gradFill rotWithShape="0">
            <a:gsLst>
              <a:gs pos="0">
                <a:srgbClr val="F8F8F8"/>
              </a:gs>
              <a:gs pos="100000">
                <a:srgbClr val="0099FF"/>
              </a:gs>
            </a:gsLst>
            <a:lin ang="10800000" scaled="1"/>
          </a:gra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pic>
        <p:nvPicPr>
          <p:cNvPr id="3" name="Picture 7"/>
          <p:cNvPicPr>
            <a:picLocks noChangeAspect="1" noChangeArrowheads="1"/>
          </p:cNvPicPr>
          <p:nvPr/>
        </p:nvPicPr>
        <p:blipFill>
          <a:blip r:embed="rId14"/>
          <a:srcRect/>
          <a:stretch>
            <a:fillRect/>
          </a:stretch>
        </p:blipFill>
        <p:spPr bwMode="auto">
          <a:xfrm>
            <a:off x="0" y="1143000"/>
            <a:ext cx="704850" cy="54292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  <p:sp>
        <p:nvSpPr>
          <p:cNvPr id="9" name="TextBox 8"/>
          <p:cNvSpPr txBox="1"/>
          <p:nvPr userDrawn="1"/>
        </p:nvSpPr>
        <p:spPr>
          <a:xfrm>
            <a:off x="2514600" y="6246813"/>
            <a:ext cx="4375150" cy="3825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>
                <a:solidFill>
                  <a:srgbClr val="2D2DB9"/>
                </a:solidFill>
              </a:rPr>
              <a:t>Ordered Dictionaries &amp; Search Trees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100" r:id="rId1"/>
    <p:sldLayoutId id="2147484101" r:id="rId2"/>
    <p:sldLayoutId id="2147484102" r:id="rId3"/>
    <p:sldLayoutId id="2147484103" r:id="rId4"/>
    <p:sldLayoutId id="2147484104" r:id="rId5"/>
    <p:sldLayoutId id="2147484105" r:id="rId6"/>
    <p:sldLayoutId id="2147484106" r:id="rId7"/>
    <p:sldLayoutId id="2147484107" r:id="rId8"/>
    <p:sldLayoutId id="2147484108" r:id="rId9"/>
    <p:sldLayoutId id="2147484109" r:id="rId10"/>
    <p:sldLayoutId id="2147484110" r:id="rId11"/>
    <p:sldLayoutId id="2147484111" r:id="rId12"/>
  </p:sldLayoutIdLst>
  <p:hf hdr="0" ftr="0" dt="0"/>
  <p:txStyles>
    <p:titleStyle>
      <a:lvl1pPr algn="l" defTabSz="457200" rtl="0" eaLnBrk="0" fontAlgn="base" hangingPunct="0">
        <a:lnSpc>
          <a:spcPct val="93000"/>
        </a:lnSpc>
        <a:spcBef>
          <a:spcPct val="0"/>
        </a:spcBef>
        <a:spcAft>
          <a:spcPct val="0"/>
        </a:spcAft>
        <a:buClr>
          <a:srgbClr val="333399"/>
        </a:buClr>
        <a:buSzPct val="100000"/>
        <a:buFont typeface="Arial" charset="0"/>
        <a:defRPr sz="3600">
          <a:solidFill>
            <a:srgbClr val="FF0000"/>
          </a:solidFill>
          <a:latin typeface="+mj-lt"/>
          <a:ea typeface="+mj-ea"/>
          <a:cs typeface="+mj-cs"/>
        </a:defRPr>
      </a:lvl1pPr>
      <a:lvl2pPr algn="l" defTabSz="457200" rtl="0" eaLnBrk="0" fontAlgn="base" hangingPunct="0">
        <a:lnSpc>
          <a:spcPct val="93000"/>
        </a:lnSpc>
        <a:spcBef>
          <a:spcPct val="0"/>
        </a:spcBef>
        <a:spcAft>
          <a:spcPct val="0"/>
        </a:spcAft>
        <a:buClr>
          <a:srgbClr val="333399"/>
        </a:buClr>
        <a:buSzPct val="100000"/>
        <a:buFont typeface="Arial" charset="0"/>
        <a:defRPr sz="3600">
          <a:solidFill>
            <a:srgbClr val="FF0000"/>
          </a:solidFill>
          <a:latin typeface="Arial" pitchFamily="-107" charset="0"/>
          <a:ea typeface="ＭＳ Ｐゴシック" pitchFamily="-107" charset="-128"/>
          <a:cs typeface="ＭＳ Ｐゴシック" pitchFamily="-107" charset="-128"/>
        </a:defRPr>
      </a:lvl2pPr>
      <a:lvl3pPr algn="l" defTabSz="457200" rtl="0" eaLnBrk="0" fontAlgn="base" hangingPunct="0">
        <a:lnSpc>
          <a:spcPct val="93000"/>
        </a:lnSpc>
        <a:spcBef>
          <a:spcPct val="0"/>
        </a:spcBef>
        <a:spcAft>
          <a:spcPct val="0"/>
        </a:spcAft>
        <a:buClr>
          <a:srgbClr val="333399"/>
        </a:buClr>
        <a:buSzPct val="100000"/>
        <a:buFont typeface="Arial" charset="0"/>
        <a:defRPr sz="3600">
          <a:solidFill>
            <a:srgbClr val="FF0000"/>
          </a:solidFill>
          <a:latin typeface="Arial" pitchFamily="-107" charset="0"/>
          <a:ea typeface="ＭＳ Ｐゴシック" pitchFamily="-107" charset="-128"/>
          <a:cs typeface="ＭＳ Ｐゴシック" pitchFamily="-107" charset="-128"/>
        </a:defRPr>
      </a:lvl3pPr>
      <a:lvl4pPr algn="l" defTabSz="457200" rtl="0" eaLnBrk="0" fontAlgn="base" hangingPunct="0">
        <a:lnSpc>
          <a:spcPct val="93000"/>
        </a:lnSpc>
        <a:spcBef>
          <a:spcPct val="0"/>
        </a:spcBef>
        <a:spcAft>
          <a:spcPct val="0"/>
        </a:spcAft>
        <a:buClr>
          <a:srgbClr val="333399"/>
        </a:buClr>
        <a:buSzPct val="100000"/>
        <a:buFont typeface="Arial" charset="0"/>
        <a:defRPr sz="3600">
          <a:solidFill>
            <a:srgbClr val="FF0000"/>
          </a:solidFill>
          <a:latin typeface="Arial" pitchFamily="-107" charset="0"/>
          <a:ea typeface="ＭＳ Ｐゴシック" pitchFamily="-107" charset="-128"/>
          <a:cs typeface="ＭＳ Ｐゴシック" pitchFamily="-107" charset="-128"/>
        </a:defRPr>
      </a:lvl4pPr>
      <a:lvl5pPr algn="l" defTabSz="457200" rtl="0" eaLnBrk="0" fontAlgn="base" hangingPunct="0">
        <a:lnSpc>
          <a:spcPct val="93000"/>
        </a:lnSpc>
        <a:spcBef>
          <a:spcPct val="0"/>
        </a:spcBef>
        <a:spcAft>
          <a:spcPct val="0"/>
        </a:spcAft>
        <a:buClr>
          <a:srgbClr val="333399"/>
        </a:buClr>
        <a:buSzPct val="100000"/>
        <a:buFont typeface="Arial" charset="0"/>
        <a:defRPr sz="3600">
          <a:solidFill>
            <a:srgbClr val="FF0000"/>
          </a:solidFill>
          <a:latin typeface="Arial" pitchFamily="-107" charset="0"/>
          <a:ea typeface="ＭＳ Ｐゴシック" pitchFamily="-107" charset="-128"/>
          <a:cs typeface="ＭＳ Ｐゴシック" pitchFamily="-107" charset="-128"/>
        </a:defRPr>
      </a:lvl5pPr>
      <a:lvl6pPr marL="457200" algn="ctr" defTabSz="457200" rtl="0" eaLnBrk="0" fontAlgn="base" hangingPunct="0">
        <a:lnSpc>
          <a:spcPct val="93000"/>
        </a:lnSpc>
        <a:spcBef>
          <a:spcPct val="0"/>
        </a:spcBef>
        <a:spcAft>
          <a:spcPct val="0"/>
        </a:spcAft>
        <a:buClr>
          <a:srgbClr val="333399"/>
        </a:buClr>
        <a:buSzPct val="100000"/>
        <a:buFont typeface="Arial" pitchFamily="-107" charset="0"/>
        <a:defRPr sz="3600">
          <a:solidFill>
            <a:srgbClr val="333399"/>
          </a:solidFill>
          <a:latin typeface="Arial" pitchFamily="-107" charset="0"/>
          <a:ea typeface="ＭＳ Ｐゴシック" pitchFamily="-107" charset="-128"/>
          <a:cs typeface="ＭＳ Ｐゴシック" pitchFamily="-107" charset="-128"/>
        </a:defRPr>
      </a:lvl6pPr>
      <a:lvl7pPr marL="914400" algn="ctr" defTabSz="457200" rtl="0" eaLnBrk="0" fontAlgn="base" hangingPunct="0">
        <a:lnSpc>
          <a:spcPct val="93000"/>
        </a:lnSpc>
        <a:spcBef>
          <a:spcPct val="0"/>
        </a:spcBef>
        <a:spcAft>
          <a:spcPct val="0"/>
        </a:spcAft>
        <a:buClr>
          <a:srgbClr val="333399"/>
        </a:buClr>
        <a:buSzPct val="100000"/>
        <a:buFont typeface="Arial" pitchFamily="-107" charset="0"/>
        <a:defRPr sz="3600">
          <a:solidFill>
            <a:srgbClr val="333399"/>
          </a:solidFill>
          <a:latin typeface="Arial" pitchFamily="-107" charset="0"/>
          <a:ea typeface="ＭＳ Ｐゴシック" pitchFamily="-107" charset="-128"/>
          <a:cs typeface="ＭＳ Ｐゴシック" pitchFamily="-107" charset="-128"/>
        </a:defRPr>
      </a:lvl7pPr>
      <a:lvl8pPr marL="1371600" algn="ctr" defTabSz="457200" rtl="0" eaLnBrk="0" fontAlgn="base" hangingPunct="0">
        <a:lnSpc>
          <a:spcPct val="93000"/>
        </a:lnSpc>
        <a:spcBef>
          <a:spcPct val="0"/>
        </a:spcBef>
        <a:spcAft>
          <a:spcPct val="0"/>
        </a:spcAft>
        <a:buClr>
          <a:srgbClr val="333399"/>
        </a:buClr>
        <a:buSzPct val="100000"/>
        <a:buFont typeface="Arial" pitchFamily="-107" charset="0"/>
        <a:defRPr sz="3600">
          <a:solidFill>
            <a:srgbClr val="333399"/>
          </a:solidFill>
          <a:latin typeface="Arial" pitchFamily="-107" charset="0"/>
          <a:ea typeface="ＭＳ Ｐゴシック" pitchFamily="-107" charset="-128"/>
          <a:cs typeface="ＭＳ Ｐゴシック" pitchFamily="-107" charset="-128"/>
        </a:defRPr>
      </a:lvl8pPr>
      <a:lvl9pPr marL="1828800" algn="ctr" defTabSz="457200" rtl="0" eaLnBrk="0" fontAlgn="base" hangingPunct="0">
        <a:lnSpc>
          <a:spcPct val="93000"/>
        </a:lnSpc>
        <a:spcBef>
          <a:spcPct val="0"/>
        </a:spcBef>
        <a:spcAft>
          <a:spcPct val="0"/>
        </a:spcAft>
        <a:buClr>
          <a:srgbClr val="333399"/>
        </a:buClr>
        <a:buSzPct val="100000"/>
        <a:buFont typeface="Arial" pitchFamily="-107" charset="0"/>
        <a:defRPr sz="3600">
          <a:solidFill>
            <a:srgbClr val="333399"/>
          </a:solidFill>
          <a:latin typeface="Arial" pitchFamily="-107" charset="0"/>
          <a:ea typeface="ＭＳ Ｐゴシック" pitchFamily="-107" charset="-128"/>
          <a:cs typeface="ＭＳ Ｐゴシック" pitchFamily="-107" charset="-128"/>
        </a:defRPr>
      </a:lvl9pPr>
    </p:titleStyle>
    <p:bodyStyle>
      <a:lvl1pPr marL="258763" indent="-258763" algn="l" defTabSz="457200" rtl="0" eaLnBrk="0" fontAlgn="base" hangingPunct="0">
        <a:lnSpc>
          <a:spcPct val="93000"/>
        </a:lnSpc>
        <a:spcBef>
          <a:spcPts val="600"/>
        </a:spcBef>
        <a:spcAft>
          <a:spcPct val="0"/>
        </a:spcAft>
        <a:buClr>
          <a:srgbClr val="333399"/>
        </a:buClr>
        <a:buSzPct val="100000"/>
        <a:buFont typeface="Arial" charset="0"/>
        <a:buChar char="•"/>
        <a:defRPr sz="2400">
          <a:solidFill>
            <a:schemeClr val="accent2"/>
          </a:solidFill>
          <a:latin typeface="+mn-lt"/>
          <a:ea typeface="+mn-ea"/>
          <a:cs typeface="+mn-cs"/>
        </a:defRPr>
      </a:lvl1pPr>
      <a:lvl2pPr marL="617538" indent="-177800" algn="l" defTabSz="457200" rtl="0" eaLnBrk="0" fontAlgn="base" hangingPunct="0">
        <a:lnSpc>
          <a:spcPct val="93000"/>
        </a:lnSpc>
        <a:spcBef>
          <a:spcPts val="500"/>
        </a:spcBef>
        <a:spcAft>
          <a:spcPct val="0"/>
        </a:spcAft>
        <a:buClr>
          <a:srgbClr val="000066"/>
        </a:buClr>
        <a:buSzPct val="100000"/>
        <a:buFont typeface="Arial" charset="0"/>
        <a:buChar char="•"/>
        <a:defRPr sz="2000">
          <a:solidFill>
            <a:schemeClr val="accent2"/>
          </a:solidFill>
          <a:latin typeface="+mn-lt"/>
          <a:ea typeface="+mn-ea"/>
          <a:cs typeface="+mn-cs"/>
        </a:defRPr>
      </a:lvl2pPr>
      <a:lvl3pPr marL="976313" indent="-177800" algn="l" defTabSz="457200" rtl="0" eaLnBrk="0" fontAlgn="base" hangingPunct="0">
        <a:lnSpc>
          <a:spcPct val="93000"/>
        </a:lnSpc>
        <a:spcBef>
          <a:spcPts val="450"/>
        </a:spcBef>
        <a:spcAft>
          <a:spcPct val="0"/>
        </a:spcAft>
        <a:buClr>
          <a:srgbClr val="333399"/>
        </a:buClr>
        <a:buSzPct val="100000"/>
        <a:buFont typeface="Arial" charset="0"/>
        <a:buChar char="•"/>
        <a:defRPr>
          <a:solidFill>
            <a:schemeClr val="accent2"/>
          </a:solidFill>
          <a:latin typeface="+mn-lt"/>
          <a:ea typeface="+mn-ea"/>
          <a:cs typeface="+mn-cs"/>
        </a:defRPr>
      </a:lvl3pPr>
      <a:lvl4pPr marL="1335088" indent="-176213" algn="l" defTabSz="457200" rtl="0" eaLnBrk="0" fontAlgn="base" hangingPunct="0">
        <a:lnSpc>
          <a:spcPct val="93000"/>
        </a:lnSpc>
        <a:spcBef>
          <a:spcPts val="450"/>
        </a:spcBef>
        <a:spcAft>
          <a:spcPct val="0"/>
        </a:spcAft>
        <a:buClr>
          <a:srgbClr val="333399"/>
        </a:buClr>
        <a:buSzPct val="100000"/>
        <a:buFont typeface="Arial" charset="0"/>
        <a:buChar char="•"/>
        <a:defRPr>
          <a:solidFill>
            <a:schemeClr val="accent2"/>
          </a:solidFill>
          <a:latin typeface="+mn-lt"/>
          <a:ea typeface="+mn-ea"/>
          <a:cs typeface="+mn-cs"/>
        </a:defRPr>
      </a:lvl4pPr>
      <a:lvl5pPr marL="1695450" indent="-179388" algn="l" defTabSz="457200" rtl="0" eaLnBrk="0" fontAlgn="base" hangingPunct="0">
        <a:lnSpc>
          <a:spcPct val="93000"/>
        </a:lnSpc>
        <a:spcBef>
          <a:spcPts val="450"/>
        </a:spcBef>
        <a:spcAft>
          <a:spcPct val="0"/>
        </a:spcAft>
        <a:buClr>
          <a:srgbClr val="333399"/>
        </a:buClr>
        <a:buSzPct val="100000"/>
        <a:buFont typeface="Arial" charset="0"/>
        <a:buChar char="•"/>
        <a:defRPr>
          <a:solidFill>
            <a:schemeClr val="accent2"/>
          </a:solidFill>
          <a:latin typeface="+mn-lt"/>
          <a:ea typeface="+mn-ea"/>
          <a:cs typeface="+mn-cs"/>
        </a:defRPr>
      </a:lvl5pPr>
      <a:lvl6pPr marL="2152650" indent="-179388" algn="l" defTabSz="457200" rtl="0" eaLnBrk="0" fontAlgn="base" hangingPunct="0">
        <a:lnSpc>
          <a:spcPct val="93000"/>
        </a:lnSpc>
        <a:spcBef>
          <a:spcPts val="450"/>
        </a:spcBef>
        <a:spcAft>
          <a:spcPct val="0"/>
        </a:spcAft>
        <a:buClr>
          <a:srgbClr val="333399"/>
        </a:buClr>
        <a:buSzPct val="100000"/>
        <a:buFont typeface="Arial" pitchFamily="-107" charset="0"/>
        <a:buChar char="•"/>
        <a:defRPr sz="2000">
          <a:solidFill>
            <a:srgbClr val="333399"/>
          </a:solidFill>
          <a:latin typeface="+mn-lt"/>
          <a:ea typeface="+mn-ea"/>
          <a:cs typeface="+mn-cs"/>
        </a:defRPr>
      </a:lvl6pPr>
      <a:lvl7pPr marL="2609850" indent="-179388" algn="l" defTabSz="457200" rtl="0" eaLnBrk="0" fontAlgn="base" hangingPunct="0">
        <a:lnSpc>
          <a:spcPct val="93000"/>
        </a:lnSpc>
        <a:spcBef>
          <a:spcPts val="450"/>
        </a:spcBef>
        <a:spcAft>
          <a:spcPct val="0"/>
        </a:spcAft>
        <a:buClr>
          <a:srgbClr val="333399"/>
        </a:buClr>
        <a:buSzPct val="100000"/>
        <a:buFont typeface="Arial" pitchFamily="-107" charset="0"/>
        <a:buChar char="•"/>
        <a:defRPr sz="2000">
          <a:solidFill>
            <a:srgbClr val="333399"/>
          </a:solidFill>
          <a:latin typeface="+mn-lt"/>
          <a:ea typeface="+mn-ea"/>
          <a:cs typeface="+mn-cs"/>
        </a:defRPr>
      </a:lvl7pPr>
      <a:lvl8pPr marL="3067050" indent="-179388" algn="l" defTabSz="457200" rtl="0" eaLnBrk="0" fontAlgn="base" hangingPunct="0">
        <a:lnSpc>
          <a:spcPct val="93000"/>
        </a:lnSpc>
        <a:spcBef>
          <a:spcPts val="450"/>
        </a:spcBef>
        <a:spcAft>
          <a:spcPct val="0"/>
        </a:spcAft>
        <a:buClr>
          <a:srgbClr val="333399"/>
        </a:buClr>
        <a:buSzPct val="100000"/>
        <a:buFont typeface="Arial" pitchFamily="-107" charset="0"/>
        <a:buChar char="•"/>
        <a:defRPr sz="2000">
          <a:solidFill>
            <a:srgbClr val="333399"/>
          </a:solidFill>
          <a:latin typeface="+mn-lt"/>
          <a:ea typeface="+mn-ea"/>
          <a:cs typeface="+mn-cs"/>
        </a:defRPr>
      </a:lvl8pPr>
      <a:lvl9pPr marL="3524250" indent="-179388" algn="l" defTabSz="457200" rtl="0" eaLnBrk="0" fontAlgn="base" hangingPunct="0">
        <a:lnSpc>
          <a:spcPct val="93000"/>
        </a:lnSpc>
        <a:spcBef>
          <a:spcPts val="450"/>
        </a:spcBef>
        <a:spcAft>
          <a:spcPct val="0"/>
        </a:spcAft>
        <a:buClr>
          <a:srgbClr val="333399"/>
        </a:buClr>
        <a:buSzPct val="100000"/>
        <a:buFont typeface="Arial" pitchFamily="-107" charset="0"/>
        <a:buChar char="•"/>
        <a:defRPr sz="2000">
          <a:solidFill>
            <a:srgbClr val="333399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1"/>
          <p:cNvPicPr>
            <a:picLocks noChangeAspect="1" noChangeArrowheads="1"/>
          </p:cNvPicPr>
          <p:nvPr/>
        </p:nvPicPr>
        <p:blipFill>
          <a:blip r:embed="rId13"/>
          <a:srcRect/>
          <a:stretch>
            <a:fillRect/>
          </a:stretch>
        </p:blipFill>
        <p:spPr bwMode="auto">
          <a:xfrm>
            <a:off x="381000" y="5562600"/>
            <a:ext cx="1668463" cy="124142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  <p:sp>
        <p:nvSpPr>
          <p:cNvPr id="3074" name="Line 2"/>
          <p:cNvSpPr>
            <a:spLocks noChangeShapeType="1"/>
          </p:cNvSpPr>
          <p:nvPr/>
        </p:nvSpPr>
        <p:spPr bwMode="auto">
          <a:xfrm>
            <a:off x="0" y="3068638"/>
            <a:ext cx="8026400" cy="1587"/>
          </a:xfrm>
          <a:prstGeom prst="line">
            <a:avLst/>
          </a:prstGeom>
          <a:noFill/>
          <a:ln w="50760">
            <a:solidFill>
              <a:srgbClr val="333399"/>
            </a:solidFill>
            <a:miter lim="800000"/>
            <a:headEnd/>
            <a:tailEnd/>
          </a:ln>
          <a:effectLst/>
        </p:spPr>
        <p:txBody>
          <a:bodyPr/>
          <a:lstStyle/>
          <a:p>
            <a:pPr>
              <a:buFont typeface="Arial" pitchFamily="-107" charset="0"/>
              <a:buNone/>
              <a:defRPr/>
            </a:pPr>
            <a:endParaRPr lang="en-US">
              <a:latin typeface="Arial" pitchFamily="-107" charset="0"/>
              <a:ea typeface="+mn-ea"/>
            </a:endParaRPr>
          </a:p>
        </p:txBody>
      </p:sp>
      <p:sp>
        <p:nvSpPr>
          <p:cNvPr id="14340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611188" y="379413"/>
            <a:ext cx="7989887" cy="83502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vert="horz" wrap="square" lIns="92160" tIns="46080" rIns="92160" bIns="4608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the title text format</a:t>
            </a:r>
          </a:p>
        </p:txBody>
      </p:sp>
      <p:sp>
        <p:nvSpPr>
          <p:cNvPr id="14341" name="Rectangle 5"/>
          <p:cNvSpPr>
            <a:spLocks noGrp="1" noChangeArrowheads="1"/>
          </p:cNvSpPr>
          <p:nvPr>
            <p:ph type="body" idx="1"/>
          </p:nvPr>
        </p:nvSpPr>
        <p:spPr bwMode="auto">
          <a:xfrm>
            <a:off x="611188" y="1600200"/>
            <a:ext cx="7918450" cy="434022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vert="horz" wrap="square" lIns="92160" tIns="46080" rIns="92160" bIns="4608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the outline text format</a:t>
            </a:r>
          </a:p>
          <a:p>
            <a:pPr lvl="1"/>
            <a:r>
              <a:rPr lang="en-GB" smtClean="0"/>
              <a:t>Second Outline Level</a:t>
            </a:r>
          </a:p>
          <a:p>
            <a:pPr lvl="2"/>
            <a:r>
              <a:rPr lang="en-GB" smtClean="0"/>
              <a:t>Third Outline Level</a:t>
            </a:r>
          </a:p>
          <a:p>
            <a:pPr lvl="3"/>
            <a:r>
              <a:rPr lang="en-GB" smtClean="0"/>
              <a:t>Fourth Outline Level</a:t>
            </a:r>
          </a:p>
          <a:p>
            <a:pPr lvl="4"/>
            <a:r>
              <a:rPr lang="en-GB" smtClean="0"/>
              <a:t>Fifth Outline Level</a:t>
            </a:r>
          </a:p>
          <a:p>
            <a:pPr lvl="4"/>
            <a:r>
              <a:rPr lang="en-GB" smtClean="0"/>
              <a:t>Sixth Outline Level</a:t>
            </a:r>
          </a:p>
          <a:p>
            <a:pPr lvl="4"/>
            <a:r>
              <a:rPr lang="en-GB" smtClean="0"/>
              <a:t>Seventh Outline Level</a:t>
            </a:r>
          </a:p>
          <a:p>
            <a:pPr lvl="4"/>
            <a:r>
              <a:rPr lang="en-GB" smtClean="0"/>
              <a:t>Eighth Outline Level</a:t>
            </a:r>
          </a:p>
          <a:p>
            <a:pPr lvl="4"/>
            <a:r>
              <a:rPr lang="en-GB" smtClean="0"/>
              <a:t>Ninth Outline Level</a:t>
            </a:r>
          </a:p>
        </p:txBody>
      </p:sp>
      <p:sp>
        <p:nvSpPr>
          <p:cNvPr id="3078" name="Text Box 6"/>
          <p:cNvSpPr txBox="1">
            <a:spLocks noChangeArrowheads="1"/>
          </p:cNvSpPr>
          <p:nvPr/>
        </p:nvSpPr>
        <p:spPr bwMode="auto">
          <a:xfrm>
            <a:off x="381000" y="6248400"/>
            <a:ext cx="1905000" cy="45878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/>
          </p:nvPr>
        </p:nvSpPr>
        <p:spPr bwMode="auto">
          <a:xfrm>
            <a:off x="6248400" y="6218238"/>
            <a:ext cx="2511425" cy="51752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92160" tIns="46080" rIns="92160" bIns="46080" numCol="1" anchor="ctr" anchorCtr="0" compatLnSpc="1">
            <a:prstTxWarp prst="textNoShape">
              <a:avLst/>
            </a:prstTxWarp>
          </a:bodyPr>
          <a:lstStyle>
            <a:lvl1pPr algn="r" eaLnBrk="1">
              <a:lnSpc>
                <a:spcPct val="100000"/>
              </a:lnSpc>
              <a:spcBef>
                <a:spcPct val="0"/>
              </a:spcBef>
              <a:buClr>
                <a:srgbClr val="000066"/>
              </a:buClr>
              <a:defRPr sz="1800">
                <a:solidFill>
                  <a:srgbClr val="000066"/>
                </a:solidFill>
              </a:defRPr>
            </a:lvl1pPr>
          </a:lstStyle>
          <a:p>
            <a:r>
              <a:rPr lang="en-GB"/>
              <a:t>http://parasol.tamu.edu</a:t>
            </a:r>
          </a:p>
          <a:p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112" r:id="rId1"/>
    <p:sldLayoutId id="2147484113" r:id="rId2"/>
    <p:sldLayoutId id="2147484114" r:id="rId3"/>
    <p:sldLayoutId id="2147484115" r:id="rId4"/>
    <p:sldLayoutId id="2147484116" r:id="rId5"/>
    <p:sldLayoutId id="2147484117" r:id="rId6"/>
    <p:sldLayoutId id="2147484118" r:id="rId7"/>
    <p:sldLayoutId id="2147484119" r:id="rId8"/>
    <p:sldLayoutId id="2147484120" r:id="rId9"/>
    <p:sldLayoutId id="2147484121" r:id="rId10"/>
    <p:sldLayoutId id="2147484122" r:id="rId11"/>
  </p:sldLayoutIdLst>
  <p:hf hdr="0" ftr="0" dt="0"/>
  <p:txStyles>
    <p:titleStyle>
      <a:lvl1pPr algn="ctr" defTabSz="457200" rtl="0" eaLnBrk="0" fontAlgn="base" hangingPunct="0">
        <a:lnSpc>
          <a:spcPct val="93000"/>
        </a:lnSpc>
        <a:spcBef>
          <a:spcPct val="0"/>
        </a:spcBef>
        <a:spcAft>
          <a:spcPct val="0"/>
        </a:spcAft>
        <a:buClr>
          <a:srgbClr val="333399"/>
        </a:buClr>
        <a:buSzPct val="100000"/>
        <a:buFont typeface="Arial" charset="0"/>
        <a:defRPr sz="3600">
          <a:solidFill>
            <a:srgbClr val="333399"/>
          </a:solidFill>
          <a:latin typeface="+mj-lt"/>
          <a:ea typeface="+mj-ea"/>
          <a:cs typeface="+mj-cs"/>
        </a:defRPr>
      </a:lvl1pPr>
      <a:lvl2pPr algn="ctr" defTabSz="457200" rtl="0" eaLnBrk="0" fontAlgn="base" hangingPunct="0">
        <a:lnSpc>
          <a:spcPct val="93000"/>
        </a:lnSpc>
        <a:spcBef>
          <a:spcPct val="0"/>
        </a:spcBef>
        <a:spcAft>
          <a:spcPct val="0"/>
        </a:spcAft>
        <a:buClr>
          <a:srgbClr val="333399"/>
        </a:buClr>
        <a:buSzPct val="100000"/>
        <a:buFont typeface="Arial" charset="0"/>
        <a:defRPr sz="3600">
          <a:solidFill>
            <a:srgbClr val="333399"/>
          </a:solidFill>
          <a:latin typeface="Arial" pitchFamily="-107" charset="0"/>
          <a:ea typeface="ＭＳ Ｐゴシック" pitchFamily="-107" charset="-128"/>
          <a:cs typeface="ＭＳ Ｐゴシック" pitchFamily="-107" charset="-128"/>
        </a:defRPr>
      </a:lvl2pPr>
      <a:lvl3pPr algn="ctr" defTabSz="457200" rtl="0" eaLnBrk="0" fontAlgn="base" hangingPunct="0">
        <a:lnSpc>
          <a:spcPct val="93000"/>
        </a:lnSpc>
        <a:spcBef>
          <a:spcPct val="0"/>
        </a:spcBef>
        <a:spcAft>
          <a:spcPct val="0"/>
        </a:spcAft>
        <a:buClr>
          <a:srgbClr val="333399"/>
        </a:buClr>
        <a:buSzPct val="100000"/>
        <a:buFont typeface="Arial" charset="0"/>
        <a:defRPr sz="3600">
          <a:solidFill>
            <a:srgbClr val="333399"/>
          </a:solidFill>
          <a:latin typeface="Arial" pitchFamily="-107" charset="0"/>
          <a:ea typeface="ＭＳ Ｐゴシック" pitchFamily="-107" charset="-128"/>
          <a:cs typeface="ＭＳ Ｐゴシック" pitchFamily="-107" charset="-128"/>
        </a:defRPr>
      </a:lvl3pPr>
      <a:lvl4pPr algn="ctr" defTabSz="457200" rtl="0" eaLnBrk="0" fontAlgn="base" hangingPunct="0">
        <a:lnSpc>
          <a:spcPct val="93000"/>
        </a:lnSpc>
        <a:spcBef>
          <a:spcPct val="0"/>
        </a:spcBef>
        <a:spcAft>
          <a:spcPct val="0"/>
        </a:spcAft>
        <a:buClr>
          <a:srgbClr val="333399"/>
        </a:buClr>
        <a:buSzPct val="100000"/>
        <a:buFont typeface="Arial" charset="0"/>
        <a:defRPr sz="3600">
          <a:solidFill>
            <a:srgbClr val="333399"/>
          </a:solidFill>
          <a:latin typeface="Arial" pitchFamily="-107" charset="0"/>
          <a:ea typeface="ＭＳ Ｐゴシック" pitchFamily="-107" charset="-128"/>
          <a:cs typeface="ＭＳ Ｐゴシック" pitchFamily="-107" charset="-128"/>
        </a:defRPr>
      </a:lvl4pPr>
      <a:lvl5pPr algn="ctr" defTabSz="457200" rtl="0" eaLnBrk="0" fontAlgn="base" hangingPunct="0">
        <a:lnSpc>
          <a:spcPct val="93000"/>
        </a:lnSpc>
        <a:spcBef>
          <a:spcPct val="0"/>
        </a:spcBef>
        <a:spcAft>
          <a:spcPct val="0"/>
        </a:spcAft>
        <a:buClr>
          <a:srgbClr val="333399"/>
        </a:buClr>
        <a:buSzPct val="100000"/>
        <a:buFont typeface="Arial" charset="0"/>
        <a:defRPr sz="3600">
          <a:solidFill>
            <a:srgbClr val="333399"/>
          </a:solidFill>
          <a:latin typeface="Arial" pitchFamily="-107" charset="0"/>
          <a:ea typeface="ＭＳ Ｐゴシック" pitchFamily="-107" charset="-128"/>
          <a:cs typeface="ＭＳ Ｐゴシック" pitchFamily="-107" charset="-128"/>
        </a:defRPr>
      </a:lvl5pPr>
      <a:lvl6pPr marL="457200" algn="ctr" defTabSz="457200" rtl="0" eaLnBrk="0" fontAlgn="base" hangingPunct="0">
        <a:lnSpc>
          <a:spcPct val="93000"/>
        </a:lnSpc>
        <a:spcBef>
          <a:spcPct val="0"/>
        </a:spcBef>
        <a:spcAft>
          <a:spcPct val="0"/>
        </a:spcAft>
        <a:buClr>
          <a:srgbClr val="333399"/>
        </a:buClr>
        <a:buSzPct val="100000"/>
        <a:buFont typeface="Arial" pitchFamily="-107" charset="0"/>
        <a:defRPr sz="3600">
          <a:solidFill>
            <a:srgbClr val="333399"/>
          </a:solidFill>
          <a:latin typeface="Arial" pitchFamily="-107" charset="0"/>
          <a:ea typeface="ＭＳ Ｐゴシック" pitchFamily="-107" charset="-128"/>
          <a:cs typeface="ＭＳ Ｐゴシック" pitchFamily="-107" charset="-128"/>
        </a:defRPr>
      </a:lvl6pPr>
      <a:lvl7pPr marL="914400" algn="ctr" defTabSz="457200" rtl="0" eaLnBrk="0" fontAlgn="base" hangingPunct="0">
        <a:lnSpc>
          <a:spcPct val="93000"/>
        </a:lnSpc>
        <a:spcBef>
          <a:spcPct val="0"/>
        </a:spcBef>
        <a:spcAft>
          <a:spcPct val="0"/>
        </a:spcAft>
        <a:buClr>
          <a:srgbClr val="333399"/>
        </a:buClr>
        <a:buSzPct val="100000"/>
        <a:buFont typeface="Arial" pitchFamily="-107" charset="0"/>
        <a:defRPr sz="3600">
          <a:solidFill>
            <a:srgbClr val="333399"/>
          </a:solidFill>
          <a:latin typeface="Arial" pitchFamily="-107" charset="0"/>
          <a:ea typeface="ＭＳ Ｐゴシック" pitchFamily="-107" charset="-128"/>
          <a:cs typeface="ＭＳ Ｐゴシック" pitchFamily="-107" charset="-128"/>
        </a:defRPr>
      </a:lvl7pPr>
      <a:lvl8pPr marL="1371600" algn="ctr" defTabSz="457200" rtl="0" eaLnBrk="0" fontAlgn="base" hangingPunct="0">
        <a:lnSpc>
          <a:spcPct val="93000"/>
        </a:lnSpc>
        <a:spcBef>
          <a:spcPct val="0"/>
        </a:spcBef>
        <a:spcAft>
          <a:spcPct val="0"/>
        </a:spcAft>
        <a:buClr>
          <a:srgbClr val="333399"/>
        </a:buClr>
        <a:buSzPct val="100000"/>
        <a:buFont typeface="Arial" pitchFamily="-107" charset="0"/>
        <a:defRPr sz="3600">
          <a:solidFill>
            <a:srgbClr val="333399"/>
          </a:solidFill>
          <a:latin typeface="Arial" pitchFamily="-107" charset="0"/>
          <a:ea typeface="ＭＳ Ｐゴシック" pitchFamily="-107" charset="-128"/>
          <a:cs typeface="ＭＳ Ｐゴシック" pitchFamily="-107" charset="-128"/>
        </a:defRPr>
      </a:lvl8pPr>
      <a:lvl9pPr marL="1828800" algn="ctr" defTabSz="457200" rtl="0" eaLnBrk="0" fontAlgn="base" hangingPunct="0">
        <a:lnSpc>
          <a:spcPct val="93000"/>
        </a:lnSpc>
        <a:spcBef>
          <a:spcPct val="0"/>
        </a:spcBef>
        <a:spcAft>
          <a:spcPct val="0"/>
        </a:spcAft>
        <a:buClr>
          <a:srgbClr val="333399"/>
        </a:buClr>
        <a:buSzPct val="100000"/>
        <a:buFont typeface="Arial" pitchFamily="-107" charset="0"/>
        <a:defRPr sz="3600">
          <a:solidFill>
            <a:srgbClr val="333399"/>
          </a:solidFill>
          <a:latin typeface="Arial" pitchFamily="-107" charset="0"/>
          <a:ea typeface="ＭＳ Ｐゴシック" pitchFamily="-107" charset="-128"/>
          <a:cs typeface="ＭＳ Ｐゴシック" pitchFamily="-107" charset="-128"/>
        </a:defRPr>
      </a:lvl9pPr>
    </p:titleStyle>
    <p:bodyStyle>
      <a:lvl1pPr marL="258763" indent="-258763" algn="l" defTabSz="457200" rtl="0" eaLnBrk="0" fontAlgn="base" hangingPunct="0">
        <a:lnSpc>
          <a:spcPct val="93000"/>
        </a:lnSpc>
        <a:spcBef>
          <a:spcPts val="600"/>
        </a:spcBef>
        <a:spcAft>
          <a:spcPct val="0"/>
        </a:spcAft>
        <a:buClr>
          <a:srgbClr val="333399"/>
        </a:buClr>
        <a:buSzPct val="100000"/>
        <a:buFont typeface="Arial" charset="0"/>
        <a:buChar char="•"/>
        <a:defRPr sz="2400">
          <a:solidFill>
            <a:srgbClr val="333399"/>
          </a:solidFill>
          <a:latin typeface="+mn-lt"/>
          <a:ea typeface="+mn-ea"/>
          <a:cs typeface="+mn-cs"/>
        </a:defRPr>
      </a:lvl1pPr>
      <a:lvl2pPr marL="617538" indent="-177800" algn="l" defTabSz="457200" rtl="0" eaLnBrk="0" fontAlgn="base" hangingPunct="0">
        <a:lnSpc>
          <a:spcPct val="93000"/>
        </a:lnSpc>
        <a:spcBef>
          <a:spcPts val="500"/>
        </a:spcBef>
        <a:spcAft>
          <a:spcPct val="0"/>
        </a:spcAft>
        <a:buClr>
          <a:srgbClr val="000066"/>
        </a:buClr>
        <a:buSzPct val="100000"/>
        <a:buFont typeface="Arial" charset="0"/>
        <a:buChar char="•"/>
        <a:defRPr sz="2000">
          <a:solidFill>
            <a:srgbClr val="333399"/>
          </a:solidFill>
          <a:latin typeface="+mn-lt"/>
          <a:ea typeface="+mn-ea"/>
          <a:cs typeface="+mn-cs"/>
        </a:defRPr>
      </a:lvl2pPr>
      <a:lvl3pPr marL="976313" indent="-177800" algn="l" defTabSz="457200" rtl="0" eaLnBrk="0" fontAlgn="base" hangingPunct="0">
        <a:lnSpc>
          <a:spcPct val="93000"/>
        </a:lnSpc>
        <a:spcBef>
          <a:spcPts val="450"/>
        </a:spcBef>
        <a:spcAft>
          <a:spcPct val="0"/>
        </a:spcAft>
        <a:buClr>
          <a:srgbClr val="333399"/>
        </a:buClr>
        <a:buSzPct val="100000"/>
        <a:buFont typeface="Arial" charset="0"/>
        <a:buChar char="•"/>
        <a:defRPr sz="2400">
          <a:solidFill>
            <a:srgbClr val="333399"/>
          </a:solidFill>
          <a:latin typeface="+mn-lt"/>
          <a:ea typeface="+mn-ea"/>
          <a:cs typeface="+mn-cs"/>
        </a:defRPr>
      </a:lvl3pPr>
      <a:lvl4pPr marL="1335088" indent="-176213" algn="l" defTabSz="457200" rtl="0" eaLnBrk="0" fontAlgn="base" hangingPunct="0">
        <a:lnSpc>
          <a:spcPct val="93000"/>
        </a:lnSpc>
        <a:spcBef>
          <a:spcPts val="450"/>
        </a:spcBef>
        <a:spcAft>
          <a:spcPct val="0"/>
        </a:spcAft>
        <a:buClr>
          <a:srgbClr val="333399"/>
        </a:buClr>
        <a:buSzPct val="100000"/>
        <a:buFont typeface="Arial" charset="0"/>
        <a:buChar char="•"/>
        <a:defRPr sz="2000">
          <a:solidFill>
            <a:srgbClr val="333399"/>
          </a:solidFill>
          <a:latin typeface="+mn-lt"/>
          <a:ea typeface="+mn-ea"/>
          <a:cs typeface="+mn-cs"/>
        </a:defRPr>
      </a:lvl4pPr>
      <a:lvl5pPr marL="1695450" indent="-179388" algn="l" defTabSz="457200" rtl="0" eaLnBrk="0" fontAlgn="base" hangingPunct="0">
        <a:lnSpc>
          <a:spcPct val="93000"/>
        </a:lnSpc>
        <a:spcBef>
          <a:spcPts val="450"/>
        </a:spcBef>
        <a:spcAft>
          <a:spcPct val="0"/>
        </a:spcAft>
        <a:buClr>
          <a:srgbClr val="333399"/>
        </a:buClr>
        <a:buSzPct val="100000"/>
        <a:buFont typeface="Arial" charset="0"/>
        <a:buChar char="•"/>
        <a:defRPr sz="2000">
          <a:solidFill>
            <a:srgbClr val="333399"/>
          </a:solidFill>
          <a:latin typeface="+mn-lt"/>
          <a:ea typeface="+mn-ea"/>
          <a:cs typeface="+mn-cs"/>
        </a:defRPr>
      </a:lvl5pPr>
      <a:lvl6pPr marL="2152650" indent="-179388" algn="l" defTabSz="457200" rtl="0" eaLnBrk="0" fontAlgn="base" hangingPunct="0">
        <a:lnSpc>
          <a:spcPct val="93000"/>
        </a:lnSpc>
        <a:spcBef>
          <a:spcPts val="450"/>
        </a:spcBef>
        <a:spcAft>
          <a:spcPct val="0"/>
        </a:spcAft>
        <a:buClr>
          <a:srgbClr val="333399"/>
        </a:buClr>
        <a:buSzPct val="100000"/>
        <a:buFont typeface="Arial" pitchFamily="-107" charset="0"/>
        <a:buChar char="•"/>
        <a:defRPr sz="2000">
          <a:solidFill>
            <a:srgbClr val="333399"/>
          </a:solidFill>
          <a:latin typeface="+mn-lt"/>
          <a:ea typeface="+mn-ea"/>
          <a:cs typeface="+mn-cs"/>
        </a:defRPr>
      </a:lvl6pPr>
      <a:lvl7pPr marL="2609850" indent="-179388" algn="l" defTabSz="457200" rtl="0" eaLnBrk="0" fontAlgn="base" hangingPunct="0">
        <a:lnSpc>
          <a:spcPct val="93000"/>
        </a:lnSpc>
        <a:spcBef>
          <a:spcPts val="450"/>
        </a:spcBef>
        <a:spcAft>
          <a:spcPct val="0"/>
        </a:spcAft>
        <a:buClr>
          <a:srgbClr val="333399"/>
        </a:buClr>
        <a:buSzPct val="100000"/>
        <a:buFont typeface="Arial" pitchFamily="-107" charset="0"/>
        <a:buChar char="•"/>
        <a:defRPr sz="2000">
          <a:solidFill>
            <a:srgbClr val="333399"/>
          </a:solidFill>
          <a:latin typeface="+mn-lt"/>
          <a:ea typeface="+mn-ea"/>
          <a:cs typeface="+mn-cs"/>
        </a:defRPr>
      </a:lvl7pPr>
      <a:lvl8pPr marL="3067050" indent="-179388" algn="l" defTabSz="457200" rtl="0" eaLnBrk="0" fontAlgn="base" hangingPunct="0">
        <a:lnSpc>
          <a:spcPct val="93000"/>
        </a:lnSpc>
        <a:spcBef>
          <a:spcPts val="450"/>
        </a:spcBef>
        <a:spcAft>
          <a:spcPct val="0"/>
        </a:spcAft>
        <a:buClr>
          <a:srgbClr val="333399"/>
        </a:buClr>
        <a:buSzPct val="100000"/>
        <a:buFont typeface="Arial" pitchFamily="-107" charset="0"/>
        <a:buChar char="•"/>
        <a:defRPr sz="2000">
          <a:solidFill>
            <a:srgbClr val="333399"/>
          </a:solidFill>
          <a:latin typeface="+mn-lt"/>
          <a:ea typeface="+mn-ea"/>
          <a:cs typeface="+mn-cs"/>
        </a:defRPr>
      </a:lvl8pPr>
      <a:lvl9pPr marL="3524250" indent="-179388" algn="l" defTabSz="457200" rtl="0" eaLnBrk="0" fontAlgn="base" hangingPunct="0">
        <a:lnSpc>
          <a:spcPct val="93000"/>
        </a:lnSpc>
        <a:spcBef>
          <a:spcPts val="450"/>
        </a:spcBef>
        <a:spcAft>
          <a:spcPct val="0"/>
        </a:spcAft>
        <a:buClr>
          <a:srgbClr val="333399"/>
        </a:buClr>
        <a:buSzPct val="100000"/>
        <a:buFont typeface="Arial" pitchFamily="-107" charset="0"/>
        <a:buChar char="•"/>
        <a:defRPr sz="2000">
          <a:solidFill>
            <a:srgbClr val="333399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9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3.wmf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wmf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image" Target="../media/image5.wmf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2" Type="http://schemas.openxmlformats.org/officeDocument/2006/relationships/image" Target="../media/image7.wmf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wmf"/><Relationship Id="rId2" Type="http://schemas.openxmlformats.org/officeDocument/2006/relationships/image" Target="../media/image9.wmf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11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ext Box 1"/>
          <p:cNvSpPr txBox="1">
            <a:spLocks noChangeArrowheads="1"/>
          </p:cNvSpPr>
          <p:nvPr/>
        </p:nvSpPr>
        <p:spPr bwMode="auto">
          <a:xfrm>
            <a:off x="457200" y="685800"/>
            <a:ext cx="8153400" cy="2590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92160" tIns="46080" rIns="92160" bIns="46080" anchor="ctr"/>
          <a:lstStyle/>
          <a:p>
            <a:pPr algn="ctr" eaLnBrk="1" hangingPunct="1">
              <a:lnSpc>
                <a:spcPct val="100000"/>
              </a:lnSpc>
              <a:spcBef>
                <a:spcPct val="0"/>
              </a:spcBef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GB" sz="3600" dirty="0">
              <a:solidFill>
                <a:srgbClr val="FF0000"/>
              </a:solidFill>
            </a:endParaRP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GB" sz="3600" dirty="0">
              <a:solidFill>
                <a:srgbClr val="FF0000"/>
              </a:solidFill>
            </a:endParaRP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GB" sz="3600" dirty="0">
              <a:solidFill>
                <a:srgbClr val="FF0000"/>
              </a:solidFill>
            </a:endParaRP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GB" sz="3600" dirty="0">
              <a:solidFill>
                <a:srgbClr val="FF0000"/>
              </a:solidFill>
            </a:endParaRP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3600" dirty="0">
                <a:solidFill>
                  <a:srgbClr val="FF0000"/>
                </a:solidFill>
              </a:rPr>
              <a:t>Chapter </a:t>
            </a:r>
            <a:r>
              <a:rPr lang="en-GB" sz="3600" dirty="0" smtClean="0">
                <a:solidFill>
                  <a:srgbClr val="FF0000"/>
                </a:solidFill>
              </a:rPr>
              <a:t>3: </a:t>
            </a:r>
            <a:r>
              <a:rPr lang="en-GB" sz="3600" dirty="0">
                <a:solidFill>
                  <a:srgbClr val="FF0000"/>
                </a:solidFill>
              </a:rPr>
              <a:t>Search Trees</a:t>
            </a: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GB" sz="3600" dirty="0">
              <a:solidFill>
                <a:srgbClr val="FF0000"/>
              </a:solidFill>
            </a:endParaRP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GB" sz="3600" dirty="0">
              <a:solidFill>
                <a:srgbClr val="FF0000"/>
              </a:solidFill>
            </a:endParaRPr>
          </a:p>
        </p:txBody>
      </p:sp>
      <p:sp>
        <p:nvSpPr>
          <p:cNvPr id="28675" name="Rectangle 2"/>
          <p:cNvSpPr>
            <a:spLocks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pSp>
        <p:nvGrpSpPr>
          <p:cNvPr id="28678" name="Group 54"/>
          <p:cNvGrpSpPr>
            <a:grpSpLocks/>
          </p:cNvGrpSpPr>
          <p:nvPr/>
        </p:nvGrpSpPr>
        <p:grpSpPr bwMode="auto">
          <a:xfrm>
            <a:off x="5257800" y="244475"/>
            <a:ext cx="3657600" cy="1584325"/>
            <a:chOff x="5105400" y="76200"/>
            <a:chExt cx="3962400" cy="1812925"/>
          </a:xfrm>
        </p:grpSpPr>
        <p:sp>
          <p:nvSpPr>
            <p:cNvPr id="28679" name="Oval 355"/>
            <p:cNvSpPr>
              <a:spLocks noChangeArrowheads="1"/>
            </p:cNvSpPr>
            <p:nvPr/>
          </p:nvSpPr>
          <p:spPr bwMode="auto">
            <a:xfrm>
              <a:off x="6894512" y="76200"/>
              <a:ext cx="320675" cy="319088"/>
            </a:xfrm>
            <a:prstGeom prst="ellipse">
              <a:avLst/>
            </a:prstGeom>
            <a:solidFill>
              <a:schemeClr val="bg2"/>
            </a:solidFill>
            <a:ln w="57150">
              <a:solidFill>
                <a:schemeClr val="tx2"/>
              </a:solidFill>
              <a:round/>
              <a:headEnd/>
              <a:tailEnd/>
            </a:ln>
          </p:spPr>
          <p:txBody>
            <a:bodyPr wrap="none" lIns="0" tIns="0" rIns="0" anchor="ctr" anchorCtr="1"/>
            <a:lstStyle/>
            <a:p>
              <a:r>
                <a:rPr lang="en-US" sz="1800">
                  <a:solidFill>
                    <a:srgbClr val="2D2DB9"/>
                  </a:solidFill>
                  <a:latin typeface="Times New Roman" charset="0"/>
                  <a:sym typeface="Symbol" charset="2"/>
                </a:rPr>
                <a:t>6</a:t>
              </a:r>
            </a:p>
          </p:txBody>
        </p:sp>
        <p:sp>
          <p:nvSpPr>
            <p:cNvPr id="28680" name="Oval 356"/>
            <p:cNvSpPr>
              <a:spLocks noChangeArrowheads="1"/>
            </p:cNvSpPr>
            <p:nvPr/>
          </p:nvSpPr>
          <p:spPr bwMode="auto">
            <a:xfrm>
              <a:off x="8305800" y="587375"/>
              <a:ext cx="319087" cy="320675"/>
            </a:xfrm>
            <a:prstGeom prst="ellipse">
              <a:avLst/>
            </a:prstGeom>
            <a:solidFill>
              <a:schemeClr val="bg2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tIns="0" rIns="0" anchor="ctr" anchorCtr="1"/>
            <a:lstStyle/>
            <a:p>
              <a:r>
                <a:rPr lang="en-US" sz="1800">
                  <a:solidFill>
                    <a:srgbClr val="2D2DB9"/>
                  </a:solidFill>
                  <a:latin typeface="Times New Roman" charset="0"/>
                  <a:sym typeface="Symbol" charset="2"/>
                </a:rPr>
                <a:t>9</a:t>
              </a:r>
            </a:p>
          </p:txBody>
        </p:sp>
        <p:sp>
          <p:nvSpPr>
            <p:cNvPr id="28681" name="Oval 357"/>
            <p:cNvSpPr>
              <a:spLocks noChangeArrowheads="1"/>
            </p:cNvSpPr>
            <p:nvPr/>
          </p:nvSpPr>
          <p:spPr bwMode="auto">
            <a:xfrm>
              <a:off x="5942012" y="587375"/>
              <a:ext cx="319088" cy="320675"/>
            </a:xfrm>
            <a:prstGeom prst="ellipse">
              <a:avLst/>
            </a:prstGeom>
            <a:solidFill>
              <a:schemeClr val="bg2"/>
            </a:solidFill>
            <a:ln w="57150">
              <a:solidFill>
                <a:schemeClr val="tx2"/>
              </a:solidFill>
              <a:round/>
              <a:headEnd/>
              <a:tailEnd/>
            </a:ln>
          </p:spPr>
          <p:txBody>
            <a:bodyPr wrap="none" lIns="0" tIns="0" rIns="0" anchor="ctr" anchorCtr="1"/>
            <a:lstStyle/>
            <a:p>
              <a:r>
                <a:rPr lang="en-US" sz="1800">
                  <a:solidFill>
                    <a:srgbClr val="2D2DB9"/>
                  </a:solidFill>
                  <a:latin typeface="Times New Roman" charset="0"/>
                  <a:sym typeface="Symbol" charset="2"/>
                </a:rPr>
                <a:t>2</a:t>
              </a:r>
            </a:p>
          </p:txBody>
        </p:sp>
        <p:sp>
          <p:nvSpPr>
            <p:cNvPr id="28682" name="Oval 358"/>
            <p:cNvSpPr>
              <a:spLocks noChangeArrowheads="1"/>
            </p:cNvSpPr>
            <p:nvPr/>
          </p:nvSpPr>
          <p:spPr bwMode="auto">
            <a:xfrm>
              <a:off x="6529387" y="1082675"/>
              <a:ext cx="320675" cy="320675"/>
            </a:xfrm>
            <a:prstGeom prst="ellipse">
              <a:avLst/>
            </a:prstGeom>
            <a:solidFill>
              <a:schemeClr val="bg2"/>
            </a:solidFill>
            <a:ln w="57150">
              <a:solidFill>
                <a:schemeClr val="tx2"/>
              </a:solidFill>
              <a:round/>
              <a:headEnd/>
              <a:tailEnd/>
            </a:ln>
          </p:spPr>
          <p:txBody>
            <a:bodyPr wrap="none" lIns="0" tIns="0" rIns="0" anchor="ctr" anchorCtr="1"/>
            <a:lstStyle/>
            <a:p>
              <a:r>
                <a:rPr lang="en-US" sz="1800">
                  <a:solidFill>
                    <a:srgbClr val="2D2DB9"/>
                  </a:solidFill>
                  <a:latin typeface="Times New Roman" charset="0"/>
                  <a:sym typeface="Symbol" charset="2"/>
                </a:rPr>
                <a:t>4</a:t>
              </a:r>
            </a:p>
          </p:txBody>
        </p:sp>
        <p:sp>
          <p:nvSpPr>
            <p:cNvPr id="28683" name="Rectangle 359"/>
            <p:cNvSpPr>
              <a:spLocks noChangeAspect="1" noChangeArrowheads="1"/>
            </p:cNvSpPr>
            <p:nvPr/>
          </p:nvSpPr>
          <p:spPr bwMode="auto">
            <a:xfrm>
              <a:off x="6281737" y="1658938"/>
              <a:ext cx="230188" cy="230187"/>
            </a:xfrm>
            <a:prstGeom prst="rect">
              <a:avLst/>
            </a:prstGeom>
            <a:solidFill>
              <a:schemeClr val="bg2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sz="1800">
                <a:solidFill>
                  <a:srgbClr val="2D2DB9"/>
                </a:solidFill>
              </a:endParaRPr>
            </a:p>
          </p:txBody>
        </p:sp>
        <p:sp>
          <p:nvSpPr>
            <p:cNvPr id="28684" name="Rectangle 360"/>
            <p:cNvSpPr>
              <a:spLocks noChangeAspect="1" noChangeArrowheads="1"/>
            </p:cNvSpPr>
            <p:nvPr/>
          </p:nvSpPr>
          <p:spPr bwMode="auto">
            <a:xfrm>
              <a:off x="6867525" y="1658938"/>
              <a:ext cx="231775" cy="230187"/>
            </a:xfrm>
            <a:prstGeom prst="rect">
              <a:avLst/>
            </a:prstGeom>
            <a:solidFill>
              <a:schemeClr val="bg2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sz="1800">
                <a:solidFill>
                  <a:srgbClr val="2D2DB9"/>
                </a:solidFill>
              </a:endParaRPr>
            </a:p>
          </p:txBody>
        </p:sp>
        <p:sp>
          <p:nvSpPr>
            <p:cNvPr id="28685" name="Rectangle 361"/>
            <p:cNvSpPr>
              <a:spLocks noChangeAspect="1" noChangeArrowheads="1"/>
            </p:cNvSpPr>
            <p:nvPr/>
          </p:nvSpPr>
          <p:spPr bwMode="auto">
            <a:xfrm>
              <a:off x="8837612" y="1127125"/>
              <a:ext cx="230188" cy="231775"/>
            </a:xfrm>
            <a:prstGeom prst="rect">
              <a:avLst/>
            </a:prstGeom>
            <a:solidFill>
              <a:schemeClr val="bg2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sz="1800">
                <a:solidFill>
                  <a:srgbClr val="2D2DB9"/>
                </a:solidFill>
              </a:endParaRPr>
            </a:p>
          </p:txBody>
        </p:sp>
        <p:cxnSp>
          <p:nvCxnSpPr>
            <p:cNvPr id="28686" name="AutoShape 362"/>
            <p:cNvCxnSpPr>
              <a:cxnSpLocks noChangeShapeType="1"/>
              <a:stCxn id="28679" idx="3"/>
              <a:endCxn id="28681" idx="7"/>
            </p:cNvCxnSpPr>
            <p:nvPr/>
          </p:nvCxnSpPr>
          <p:spPr bwMode="auto">
            <a:xfrm flipH="1">
              <a:off x="6215062" y="377825"/>
              <a:ext cx="727075" cy="228600"/>
            </a:xfrm>
            <a:prstGeom prst="straightConnector1">
              <a:avLst/>
            </a:prstGeom>
            <a:noFill/>
            <a:ln w="57150">
              <a:solidFill>
                <a:schemeClr val="tx2"/>
              </a:solidFill>
              <a:round/>
              <a:headEnd/>
              <a:tailEnd/>
            </a:ln>
          </p:spPr>
        </p:cxnSp>
        <p:cxnSp>
          <p:nvCxnSpPr>
            <p:cNvPr id="28687" name="AutoShape 363"/>
            <p:cNvCxnSpPr>
              <a:cxnSpLocks noChangeShapeType="1"/>
              <a:stCxn id="28680" idx="1"/>
              <a:endCxn id="28679" idx="5"/>
            </p:cNvCxnSpPr>
            <p:nvPr/>
          </p:nvCxnSpPr>
          <p:spPr bwMode="auto">
            <a:xfrm flipH="1" flipV="1">
              <a:off x="7167562" y="377825"/>
              <a:ext cx="1184275" cy="247650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28688" name="AutoShape 364"/>
            <p:cNvCxnSpPr>
              <a:cxnSpLocks noChangeShapeType="1"/>
              <a:stCxn id="28685" idx="0"/>
              <a:endCxn id="28680" idx="5"/>
            </p:cNvCxnSpPr>
            <p:nvPr/>
          </p:nvCxnSpPr>
          <p:spPr bwMode="auto">
            <a:xfrm flipH="1" flipV="1">
              <a:off x="8578850" y="869950"/>
              <a:ext cx="374650" cy="247650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28689" name="AutoShape 365"/>
            <p:cNvCxnSpPr>
              <a:cxnSpLocks noChangeShapeType="1"/>
              <a:stCxn id="28699" idx="7"/>
              <a:endCxn id="28680" idx="3"/>
            </p:cNvCxnSpPr>
            <p:nvPr/>
          </p:nvCxnSpPr>
          <p:spPr bwMode="auto">
            <a:xfrm flipV="1">
              <a:off x="8121650" y="869950"/>
              <a:ext cx="230187" cy="234950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28690" name="AutoShape 366"/>
            <p:cNvCxnSpPr>
              <a:cxnSpLocks noChangeShapeType="1"/>
              <a:stCxn id="28684" idx="0"/>
              <a:endCxn id="28682" idx="5"/>
            </p:cNvCxnSpPr>
            <p:nvPr/>
          </p:nvCxnSpPr>
          <p:spPr bwMode="auto">
            <a:xfrm flipH="1" flipV="1">
              <a:off x="6802437" y="1384300"/>
              <a:ext cx="180975" cy="265113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28691" name="AutoShape 367"/>
            <p:cNvCxnSpPr>
              <a:cxnSpLocks noChangeShapeType="1"/>
              <a:stCxn id="28683" idx="0"/>
              <a:endCxn id="28682" idx="3"/>
            </p:cNvCxnSpPr>
            <p:nvPr/>
          </p:nvCxnSpPr>
          <p:spPr bwMode="auto">
            <a:xfrm flipV="1">
              <a:off x="6397625" y="1384300"/>
              <a:ext cx="179387" cy="265113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28692" name="AutoShape 368"/>
            <p:cNvCxnSpPr>
              <a:cxnSpLocks noChangeShapeType="1"/>
              <a:stCxn id="28694" idx="7"/>
              <a:endCxn id="28681" idx="3"/>
            </p:cNvCxnSpPr>
            <p:nvPr/>
          </p:nvCxnSpPr>
          <p:spPr bwMode="auto">
            <a:xfrm flipV="1">
              <a:off x="5627687" y="889000"/>
              <a:ext cx="360363" cy="231775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28693" name="AutoShape 369"/>
            <p:cNvCxnSpPr>
              <a:cxnSpLocks noChangeShapeType="1"/>
              <a:stCxn id="28682" idx="1"/>
              <a:endCxn id="28681" idx="5"/>
            </p:cNvCxnSpPr>
            <p:nvPr/>
          </p:nvCxnSpPr>
          <p:spPr bwMode="auto">
            <a:xfrm flipH="1" flipV="1">
              <a:off x="6215062" y="889000"/>
              <a:ext cx="361950" cy="212725"/>
            </a:xfrm>
            <a:prstGeom prst="straightConnector1">
              <a:avLst/>
            </a:prstGeom>
            <a:noFill/>
            <a:ln w="57150">
              <a:solidFill>
                <a:schemeClr val="tx2"/>
              </a:solidFill>
              <a:round/>
              <a:headEnd/>
              <a:tailEnd/>
            </a:ln>
          </p:spPr>
        </p:cxnSp>
        <p:sp>
          <p:nvSpPr>
            <p:cNvPr id="28694" name="Oval 370"/>
            <p:cNvSpPr>
              <a:spLocks noChangeArrowheads="1"/>
            </p:cNvSpPr>
            <p:nvPr/>
          </p:nvSpPr>
          <p:spPr bwMode="auto">
            <a:xfrm>
              <a:off x="5354637" y="1082675"/>
              <a:ext cx="319088" cy="320675"/>
            </a:xfrm>
            <a:prstGeom prst="ellipse">
              <a:avLst/>
            </a:prstGeom>
            <a:solidFill>
              <a:schemeClr val="bg2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tIns="0" rIns="0" anchor="ctr" anchorCtr="1"/>
            <a:lstStyle/>
            <a:p>
              <a:r>
                <a:rPr lang="en-US" sz="1800">
                  <a:solidFill>
                    <a:srgbClr val="2D2DB9"/>
                  </a:solidFill>
                  <a:latin typeface="Times New Roman" charset="0"/>
                  <a:sym typeface="Symbol" charset="2"/>
                </a:rPr>
                <a:t>1</a:t>
              </a:r>
            </a:p>
          </p:txBody>
        </p:sp>
        <p:sp>
          <p:nvSpPr>
            <p:cNvPr id="28695" name="Rectangle 371"/>
            <p:cNvSpPr>
              <a:spLocks noChangeAspect="1" noChangeArrowheads="1"/>
            </p:cNvSpPr>
            <p:nvPr/>
          </p:nvSpPr>
          <p:spPr bwMode="auto">
            <a:xfrm>
              <a:off x="5105400" y="1658938"/>
              <a:ext cx="230187" cy="230187"/>
            </a:xfrm>
            <a:prstGeom prst="rect">
              <a:avLst/>
            </a:prstGeom>
            <a:solidFill>
              <a:schemeClr val="bg2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sz="1800">
                <a:solidFill>
                  <a:srgbClr val="2D2DB9"/>
                </a:solidFill>
              </a:endParaRPr>
            </a:p>
          </p:txBody>
        </p:sp>
        <p:sp>
          <p:nvSpPr>
            <p:cNvPr id="28696" name="Rectangle 372"/>
            <p:cNvSpPr>
              <a:spLocks noChangeAspect="1" noChangeArrowheads="1"/>
            </p:cNvSpPr>
            <p:nvPr/>
          </p:nvSpPr>
          <p:spPr bwMode="auto">
            <a:xfrm>
              <a:off x="5692775" y="1658938"/>
              <a:ext cx="230187" cy="230187"/>
            </a:xfrm>
            <a:prstGeom prst="rect">
              <a:avLst/>
            </a:prstGeom>
            <a:solidFill>
              <a:schemeClr val="bg2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sz="1800">
                <a:solidFill>
                  <a:srgbClr val="2D2DB9"/>
                </a:solidFill>
              </a:endParaRPr>
            </a:p>
          </p:txBody>
        </p:sp>
        <p:cxnSp>
          <p:nvCxnSpPr>
            <p:cNvPr id="28697" name="AutoShape 373"/>
            <p:cNvCxnSpPr>
              <a:cxnSpLocks noChangeShapeType="1"/>
              <a:stCxn id="28696" idx="0"/>
              <a:endCxn id="28694" idx="5"/>
            </p:cNvCxnSpPr>
            <p:nvPr/>
          </p:nvCxnSpPr>
          <p:spPr bwMode="auto">
            <a:xfrm flipH="1" flipV="1">
              <a:off x="5627687" y="1365250"/>
              <a:ext cx="180975" cy="284163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28698" name="AutoShape 374"/>
            <p:cNvCxnSpPr>
              <a:cxnSpLocks noChangeShapeType="1"/>
              <a:stCxn id="28695" idx="0"/>
              <a:endCxn id="28694" idx="3"/>
            </p:cNvCxnSpPr>
            <p:nvPr/>
          </p:nvCxnSpPr>
          <p:spPr bwMode="auto">
            <a:xfrm flipV="1">
              <a:off x="5221287" y="1365250"/>
              <a:ext cx="179388" cy="284163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</p:cxnSp>
        <p:sp>
          <p:nvSpPr>
            <p:cNvPr id="28699" name="Oval 375"/>
            <p:cNvSpPr>
              <a:spLocks noChangeArrowheads="1"/>
            </p:cNvSpPr>
            <p:nvPr/>
          </p:nvSpPr>
          <p:spPr bwMode="auto">
            <a:xfrm>
              <a:off x="7848600" y="1066800"/>
              <a:ext cx="320675" cy="320675"/>
            </a:xfrm>
            <a:prstGeom prst="ellipse">
              <a:avLst/>
            </a:prstGeom>
            <a:solidFill>
              <a:schemeClr val="bg2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tIns="0" rIns="0" anchor="ctr" anchorCtr="1"/>
            <a:lstStyle/>
            <a:p>
              <a:r>
                <a:rPr lang="en-US" sz="1800">
                  <a:solidFill>
                    <a:srgbClr val="2D2DB9"/>
                  </a:solidFill>
                  <a:latin typeface="Times New Roman" charset="0"/>
                  <a:sym typeface="Symbol" charset="2"/>
                </a:rPr>
                <a:t>8</a:t>
              </a:r>
            </a:p>
          </p:txBody>
        </p:sp>
        <p:sp>
          <p:nvSpPr>
            <p:cNvPr id="28700" name="Rectangle 376"/>
            <p:cNvSpPr>
              <a:spLocks noChangeAspect="1" noChangeArrowheads="1"/>
            </p:cNvSpPr>
            <p:nvPr/>
          </p:nvSpPr>
          <p:spPr bwMode="auto">
            <a:xfrm>
              <a:off x="7564437" y="1658938"/>
              <a:ext cx="230188" cy="230187"/>
            </a:xfrm>
            <a:prstGeom prst="rect">
              <a:avLst/>
            </a:prstGeom>
            <a:solidFill>
              <a:schemeClr val="bg2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sz="1800">
                <a:solidFill>
                  <a:srgbClr val="2D2DB9"/>
                </a:solidFill>
              </a:endParaRPr>
            </a:p>
          </p:txBody>
        </p:sp>
        <p:sp>
          <p:nvSpPr>
            <p:cNvPr id="28701" name="Rectangle 377"/>
            <p:cNvSpPr>
              <a:spLocks noChangeAspect="1" noChangeArrowheads="1"/>
            </p:cNvSpPr>
            <p:nvPr/>
          </p:nvSpPr>
          <p:spPr bwMode="auto">
            <a:xfrm>
              <a:off x="8150225" y="1658938"/>
              <a:ext cx="231775" cy="230187"/>
            </a:xfrm>
            <a:prstGeom prst="rect">
              <a:avLst/>
            </a:prstGeom>
            <a:solidFill>
              <a:schemeClr val="bg2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sz="1800">
                <a:solidFill>
                  <a:srgbClr val="2D2DB9"/>
                </a:solidFill>
              </a:endParaRPr>
            </a:p>
          </p:txBody>
        </p:sp>
        <p:cxnSp>
          <p:nvCxnSpPr>
            <p:cNvPr id="28702" name="AutoShape 378"/>
            <p:cNvCxnSpPr>
              <a:cxnSpLocks noChangeShapeType="1"/>
              <a:stCxn id="28701" idx="0"/>
              <a:endCxn id="28699" idx="5"/>
            </p:cNvCxnSpPr>
            <p:nvPr/>
          </p:nvCxnSpPr>
          <p:spPr bwMode="auto">
            <a:xfrm flipH="1" flipV="1">
              <a:off x="8121650" y="1349375"/>
              <a:ext cx="144462" cy="300038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28703" name="AutoShape 379"/>
            <p:cNvCxnSpPr>
              <a:cxnSpLocks noChangeShapeType="1"/>
              <a:stCxn id="28700" idx="0"/>
              <a:endCxn id="28699" idx="3"/>
            </p:cNvCxnSpPr>
            <p:nvPr/>
          </p:nvCxnSpPr>
          <p:spPr bwMode="auto">
            <a:xfrm flipV="1">
              <a:off x="7680325" y="1349375"/>
              <a:ext cx="215900" cy="300038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</p:cxnSp>
        <p:sp>
          <p:nvSpPr>
            <p:cNvPr id="28704" name="Text Box 380"/>
            <p:cNvSpPr txBox="1">
              <a:spLocks noChangeArrowheads="1"/>
            </p:cNvSpPr>
            <p:nvPr/>
          </p:nvSpPr>
          <p:spPr bwMode="auto">
            <a:xfrm>
              <a:off x="6343651" y="107949"/>
              <a:ext cx="323850" cy="764829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>
                  <a:solidFill>
                    <a:srgbClr val="FF0000"/>
                  </a:solidFill>
                  <a:latin typeface="Symbol" charset="2"/>
                  <a:sym typeface="Symbol" charset="2"/>
                </a:rPr>
                <a:t>&lt;</a:t>
              </a:r>
            </a:p>
          </p:txBody>
        </p:sp>
        <p:sp>
          <p:nvSpPr>
            <p:cNvPr id="28705" name="Text Box 381"/>
            <p:cNvSpPr txBox="1">
              <a:spLocks noChangeArrowheads="1"/>
            </p:cNvSpPr>
            <p:nvPr/>
          </p:nvSpPr>
          <p:spPr bwMode="auto">
            <a:xfrm>
              <a:off x="6343651" y="641350"/>
              <a:ext cx="323850" cy="764829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>
                  <a:solidFill>
                    <a:srgbClr val="FF0000"/>
                  </a:solidFill>
                  <a:latin typeface="Symbol" charset="2"/>
                  <a:sym typeface="Symbol" charset="2"/>
                </a:rPr>
                <a:t>&gt;</a:t>
              </a:r>
            </a:p>
          </p:txBody>
        </p:sp>
        <p:sp>
          <p:nvSpPr>
            <p:cNvPr id="28706" name="Text Box 382"/>
            <p:cNvSpPr txBox="1">
              <a:spLocks noChangeArrowheads="1"/>
            </p:cNvSpPr>
            <p:nvPr/>
          </p:nvSpPr>
          <p:spPr bwMode="auto">
            <a:xfrm>
              <a:off x="6858000" y="1035050"/>
              <a:ext cx="323850" cy="764829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>
                  <a:solidFill>
                    <a:srgbClr val="FF0000"/>
                  </a:solidFill>
                  <a:latin typeface="Symbol" charset="2"/>
                  <a:sym typeface="Symbol" charset="2"/>
                </a:rPr>
                <a:t>=</a:t>
              </a: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3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152400"/>
            <a:ext cx="5943600" cy="1143000"/>
          </a:xfrm>
        </p:spPr>
        <p:txBody>
          <a:bodyPr/>
          <a:lstStyle/>
          <a:p>
            <a:r>
              <a:rPr lang="en-US" dirty="0" smtClean="0"/>
              <a:t>Binary Search Tree (</a:t>
            </a:r>
            <a:r>
              <a:rPr lang="en-US" sz="4000" dirty="0" smtClean="0"/>
              <a:t>3.1.2)</a:t>
            </a:r>
          </a:p>
        </p:txBody>
      </p:sp>
      <p:sp>
        <p:nvSpPr>
          <p:cNvPr id="30724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sz="half" idx="1"/>
          </p:nvPr>
        </p:nvSpPr>
        <p:spPr>
          <a:xfrm>
            <a:off x="762000" y="1676400"/>
            <a:ext cx="3810000" cy="4572000"/>
          </a:xfrm>
        </p:spPr>
        <p:txBody>
          <a:bodyPr/>
          <a:lstStyle/>
          <a:p>
            <a:pPr>
              <a:lnSpc>
                <a:spcPct val="90000"/>
              </a:lnSpc>
              <a:buClrTx/>
              <a:buFont typeface="Times" charset="0"/>
              <a:buChar char="•"/>
            </a:pPr>
            <a:r>
              <a:rPr lang="en-US" sz="2400" smtClean="0"/>
              <a:t>A binary search tree is a binary tree storing keys (or key-element pairs) at its internal nodes and satisfying the following property:</a:t>
            </a:r>
          </a:p>
          <a:p>
            <a:pPr lvl="1">
              <a:lnSpc>
                <a:spcPct val="90000"/>
              </a:lnSpc>
              <a:buClrTx/>
              <a:buFont typeface="Times" charset="0"/>
              <a:buChar char="•"/>
            </a:pPr>
            <a:r>
              <a:rPr lang="en-US" sz="2000" smtClean="0"/>
              <a:t>Let </a:t>
            </a:r>
            <a:r>
              <a:rPr lang="en-US" sz="2000" b="1" i="1" smtClean="0">
                <a:latin typeface="Times New Roman" charset="0"/>
              </a:rPr>
              <a:t>u</a:t>
            </a:r>
            <a:r>
              <a:rPr lang="en-US" sz="2000" smtClean="0"/>
              <a:t>, </a:t>
            </a:r>
            <a:r>
              <a:rPr lang="en-US" sz="2000" b="1" i="1" smtClean="0">
                <a:latin typeface="Times New Roman" charset="0"/>
              </a:rPr>
              <a:t>v</a:t>
            </a:r>
            <a:r>
              <a:rPr lang="en-US" sz="2000" smtClean="0"/>
              <a:t>, and </a:t>
            </a:r>
            <a:r>
              <a:rPr lang="en-US" sz="2000" b="1" i="1" smtClean="0">
                <a:latin typeface="Times New Roman" charset="0"/>
              </a:rPr>
              <a:t>w</a:t>
            </a:r>
            <a:r>
              <a:rPr lang="en-US" sz="2000" smtClean="0"/>
              <a:t> be three nodes such that </a:t>
            </a:r>
            <a:r>
              <a:rPr lang="en-US" sz="2000" b="1" i="1" smtClean="0">
                <a:latin typeface="Times New Roman" charset="0"/>
              </a:rPr>
              <a:t>u</a:t>
            </a:r>
            <a:r>
              <a:rPr lang="en-US" sz="2000" smtClean="0"/>
              <a:t> is in the left subtree of </a:t>
            </a:r>
            <a:r>
              <a:rPr lang="en-US" sz="2000" b="1" i="1" smtClean="0">
                <a:latin typeface="Times New Roman" charset="0"/>
              </a:rPr>
              <a:t>v</a:t>
            </a:r>
            <a:r>
              <a:rPr lang="en-US" sz="2000" smtClean="0"/>
              <a:t> and </a:t>
            </a:r>
            <a:r>
              <a:rPr lang="en-US" sz="2000" b="1" i="1" smtClean="0">
                <a:latin typeface="Times New Roman" charset="0"/>
              </a:rPr>
              <a:t>w</a:t>
            </a:r>
            <a:r>
              <a:rPr lang="en-US" sz="2000" smtClean="0"/>
              <a:t> is in the right subtree of </a:t>
            </a:r>
            <a:r>
              <a:rPr lang="en-US" sz="2000" b="1" i="1" smtClean="0">
                <a:latin typeface="Times New Roman" charset="0"/>
              </a:rPr>
              <a:t>v</a:t>
            </a:r>
            <a:r>
              <a:rPr lang="en-US" sz="2000" smtClean="0"/>
              <a:t>. We have </a:t>
            </a:r>
            <a:br>
              <a:rPr lang="en-US" sz="2000" smtClean="0"/>
            </a:br>
            <a:r>
              <a:rPr lang="en-US" sz="2000" b="1" i="1" smtClean="0">
                <a:latin typeface="Times New Roman" charset="0"/>
              </a:rPr>
              <a:t>key</a:t>
            </a:r>
            <a:r>
              <a:rPr lang="en-US" sz="2000" smtClean="0">
                <a:latin typeface="Times New Roman" charset="0"/>
              </a:rPr>
              <a:t>(</a:t>
            </a:r>
            <a:r>
              <a:rPr lang="en-US" sz="2000" b="1" i="1" smtClean="0">
                <a:latin typeface="Times New Roman" charset="0"/>
              </a:rPr>
              <a:t>u</a:t>
            </a:r>
            <a:r>
              <a:rPr lang="en-US" sz="2000" smtClean="0">
                <a:latin typeface="Times New Roman" charset="0"/>
              </a:rPr>
              <a:t>)</a:t>
            </a:r>
            <a:r>
              <a:rPr lang="en-US" sz="2000" smtClean="0"/>
              <a:t> </a:t>
            </a:r>
            <a:r>
              <a:rPr lang="en-US" sz="2000" smtClean="0">
                <a:latin typeface="Symbol" charset="2"/>
                <a:sym typeface="Symbol" charset="2"/>
              </a:rPr>
              <a:t></a:t>
            </a:r>
            <a:r>
              <a:rPr lang="en-US" sz="2000" smtClean="0"/>
              <a:t> </a:t>
            </a:r>
            <a:r>
              <a:rPr lang="en-US" sz="2000" b="1" i="1" smtClean="0">
                <a:latin typeface="Times New Roman" charset="0"/>
              </a:rPr>
              <a:t>key</a:t>
            </a:r>
            <a:r>
              <a:rPr lang="en-US" sz="2000" smtClean="0">
                <a:latin typeface="Times New Roman" charset="0"/>
              </a:rPr>
              <a:t>(</a:t>
            </a:r>
            <a:r>
              <a:rPr lang="en-US" sz="2000" b="1" i="1" smtClean="0">
                <a:latin typeface="Times New Roman" charset="0"/>
              </a:rPr>
              <a:t>v</a:t>
            </a:r>
            <a:r>
              <a:rPr lang="en-US" sz="2000" smtClean="0">
                <a:latin typeface="Times New Roman" charset="0"/>
              </a:rPr>
              <a:t>) </a:t>
            </a:r>
            <a:r>
              <a:rPr lang="en-US" sz="2000" smtClean="0">
                <a:latin typeface="Symbol" charset="2"/>
                <a:sym typeface="Symbol" charset="2"/>
              </a:rPr>
              <a:t></a:t>
            </a:r>
            <a:r>
              <a:rPr lang="en-US" sz="2000" smtClean="0"/>
              <a:t> </a:t>
            </a:r>
            <a:r>
              <a:rPr lang="en-US" sz="2000" b="1" i="1" smtClean="0">
                <a:latin typeface="Times New Roman" charset="0"/>
              </a:rPr>
              <a:t>key</a:t>
            </a:r>
            <a:r>
              <a:rPr lang="en-US" sz="2000" smtClean="0">
                <a:latin typeface="Times New Roman" charset="0"/>
              </a:rPr>
              <a:t>(</a:t>
            </a:r>
            <a:r>
              <a:rPr lang="en-US" sz="2000" b="1" i="1" smtClean="0">
                <a:latin typeface="Times New Roman" charset="0"/>
              </a:rPr>
              <a:t>w</a:t>
            </a:r>
            <a:r>
              <a:rPr lang="en-US" sz="2000" smtClean="0">
                <a:latin typeface="Times New Roman" charset="0"/>
              </a:rPr>
              <a:t>)</a:t>
            </a:r>
          </a:p>
          <a:p>
            <a:pPr>
              <a:lnSpc>
                <a:spcPct val="90000"/>
              </a:lnSpc>
              <a:buClrTx/>
              <a:buFont typeface="Times" charset="0"/>
              <a:buChar char="•"/>
            </a:pPr>
            <a:r>
              <a:rPr lang="en-US" sz="2400" smtClean="0"/>
              <a:t>External nodes do not store items</a:t>
            </a:r>
            <a:endParaRPr lang="en-US" sz="2400" smtClean="0">
              <a:latin typeface="Times New Roman" charset="0"/>
            </a:endParaRPr>
          </a:p>
          <a:p>
            <a:pPr>
              <a:lnSpc>
                <a:spcPct val="90000"/>
              </a:lnSpc>
              <a:buClrTx/>
              <a:buFont typeface="Times" charset="0"/>
              <a:buChar char="•"/>
            </a:pPr>
            <a:endParaRPr lang="en-US" sz="2400" smtClean="0"/>
          </a:p>
          <a:p>
            <a:pPr>
              <a:lnSpc>
                <a:spcPct val="90000"/>
              </a:lnSpc>
            </a:pPr>
            <a:endParaRPr lang="en-US" smtClean="0"/>
          </a:p>
        </p:txBody>
      </p:sp>
      <p:sp>
        <p:nvSpPr>
          <p:cNvPr id="30725" name="Rectangle 4" descr="Rectangle: Click to edit Master text styles&#10;Second level&#10;Third level&#10;Fourth level&#10;Fifth level"/>
          <p:cNvSpPr>
            <a:spLocks noGrp="1" noChangeArrowheads="1"/>
          </p:cNvSpPr>
          <p:nvPr>
            <p:ph type="body" sz="half" idx="2"/>
          </p:nvPr>
        </p:nvSpPr>
        <p:spPr>
          <a:xfrm>
            <a:off x="4800600" y="1828800"/>
            <a:ext cx="3810000" cy="1600200"/>
          </a:xfrm>
        </p:spPr>
        <p:txBody>
          <a:bodyPr/>
          <a:lstStyle/>
          <a:p>
            <a:pPr>
              <a:buClrTx/>
              <a:buFont typeface="Times" charset="0"/>
              <a:buChar char="•"/>
            </a:pPr>
            <a:r>
              <a:rPr lang="en-US" sz="2400" dirty="0" smtClean="0"/>
              <a:t>An </a:t>
            </a:r>
            <a:r>
              <a:rPr lang="en-US" sz="2400" dirty="0" err="1" smtClean="0"/>
              <a:t>inorder</a:t>
            </a:r>
            <a:r>
              <a:rPr lang="en-US" sz="2400" dirty="0" smtClean="0"/>
              <a:t> traversal of a binary search trees visits the keys in increasing order</a:t>
            </a:r>
          </a:p>
        </p:txBody>
      </p:sp>
      <p:grpSp>
        <p:nvGrpSpPr>
          <p:cNvPr id="30726" name="Group 5"/>
          <p:cNvGrpSpPr>
            <a:grpSpLocks/>
          </p:cNvGrpSpPr>
          <p:nvPr/>
        </p:nvGrpSpPr>
        <p:grpSpPr bwMode="auto">
          <a:xfrm>
            <a:off x="4724400" y="3657600"/>
            <a:ext cx="3962400" cy="1812925"/>
            <a:chOff x="2953" y="2544"/>
            <a:chExt cx="2496" cy="1142"/>
          </a:xfrm>
        </p:grpSpPr>
        <p:sp>
          <p:nvSpPr>
            <p:cNvPr id="30727" name="Oval 6"/>
            <p:cNvSpPr>
              <a:spLocks noChangeArrowheads="1"/>
            </p:cNvSpPr>
            <p:nvPr/>
          </p:nvSpPr>
          <p:spPr bwMode="auto">
            <a:xfrm>
              <a:off x="4080" y="2544"/>
              <a:ext cx="202" cy="201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tIns="0" rIns="0" anchor="ctr" anchorCtr="1"/>
            <a:lstStyle/>
            <a:p>
              <a:r>
                <a:rPr lang="en-US" sz="1800">
                  <a:solidFill>
                    <a:schemeClr val="tx1"/>
                  </a:solidFill>
                  <a:latin typeface="Times New Roman" charset="0"/>
                  <a:sym typeface="Symbol" charset="2"/>
                </a:rPr>
                <a:t>6</a:t>
              </a:r>
            </a:p>
          </p:txBody>
        </p:sp>
        <p:sp>
          <p:nvSpPr>
            <p:cNvPr id="30728" name="Oval 7"/>
            <p:cNvSpPr>
              <a:spLocks noChangeArrowheads="1"/>
            </p:cNvSpPr>
            <p:nvPr/>
          </p:nvSpPr>
          <p:spPr bwMode="auto">
            <a:xfrm>
              <a:off x="4969" y="2866"/>
              <a:ext cx="201" cy="202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tIns="0" rIns="0" anchor="ctr" anchorCtr="1"/>
            <a:lstStyle/>
            <a:p>
              <a:r>
                <a:rPr lang="en-US" sz="1800">
                  <a:solidFill>
                    <a:schemeClr val="tx1"/>
                  </a:solidFill>
                  <a:latin typeface="Times New Roman" charset="0"/>
                  <a:sym typeface="Symbol" charset="2"/>
                </a:rPr>
                <a:t>9</a:t>
              </a:r>
            </a:p>
          </p:txBody>
        </p:sp>
        <p:sp>
          <p:nvSpPr>
            <p:cNvPr id="30729" name="Oval 8"/>
            <p:cNvSpPr>
              <a:spLocks noChangeArrowheads="1"/>
            </p:cNvSpPr>
            <p:nvPr/>
          </p:nvSpPr>
          <p:spPr bwMode="auto">
            <a:xfrm>
              <a:off x="3480" y="2866"/>
              <a:ext cx="201" cy="202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tIns="0" rIns="0" anchor="ctr" anchorCtr="1"/>
            <a:lstStyle/>
            <a:p>
              <a:r>
                <a:rPr lang="en-US" sz="1800">
                  <a:solidFill>
                    <a:schemeClr val="tx1"/>
                  </a:solidFill>
                  <a:latin typeface="Times New Roman" charset="0"/>
                  <a:sym typeface="Symbol" charset="2"/>
                </a:rPr>
                <a:t>2</a:t>
              </a:r>
            </a:p>
          </p:txBody>
        </p:sp>
        <p:sp>
          <p:nvSpPr>
            <p:cNvPr id="30730" name="Oval 9"/>
            <p:cNvSpPr>
              <a:spLocks noChangeArrowheads="1"/>
            </p:cNvSpPr>
            <p:nvPr/>
          </p:nvSpPr>
          <p:spPr bwMode="auto">
            <a:xfrm>
              <a:off x="3850" y="3178"/>
              <a:ext cx="202" cy="202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tIns="0" rIns="0" anchor="ctr" anchorCtr="1"/>
            <a:lstStyle/>
            <a:p>
              <a:r>
                <a:rPr lang="en-US" sz="1800">
                  <a:solidFill>
                    <a:schemeClr val="tx1"/>
                  </a:solidFill>
                  <a:latin typeface="Times New Roman" charset="0"/>
                  <a:sym typeface="Symbol" charset="2"/>
                </a:rPr>
                <a:t>4</a:t>
              </a:r>
            </a:p>
          </p:txBody>
        </p:sp>
        <p:sp>
          <p:nvSpPr>
            <p:cNvPr id="30731" name="Rectangle 10"/>
            <p:cNvSpPr>
              <a:spLocks noChangeAspect="1" noChangeArrowheads="1"/>
            </p:cNvSpPr>
            <p:nvPr/>
          </p:nvSpPr>
          <p:spPr bwMode="auto">
            <a:xfrm>
              <a:off x="3694" y="3541"/>
              <a:ext cx="145" cy="145"/>
            </a:xfrm>
            <a:prstGeom prst="rect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sz="1800"/>
            </a:p>
          </p:txBody>
        </p:sp>
        <p:sp>
          <p:nvSpPr>
            <p:cNvPr id="30732" name="Rectangle 11"/>
            <p:cNvSpPr>
              <a:spLocks noChangeAspect="1" noChangeArrowheads="1"/>
            </p:cNvSpPr>
            <p:nvPr/>
          </p:nvSpPr>
          <p:spPr bwMode="auto">
            <a:xfrm>
              <a:off x="4063" y="3541"/>
              <a:ext cx="146" cy="145"/>
            </a:xfrm>
            <a:prstGeom prst="rect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sz="1800"/>
            </a:p>
          </p:txBody>
        </p:sp>
        <p:sp>
          <p:nvSpPr>
            <p:cNvPr id="30733" name="Rectangle 12"/>
            <p:cNvSpPr>
              <a:spLocks noChangeAspect="1" noChangeArrowheads="1"/>
            </p:cNvSpPr>
            <p:nvPr/>
          </p:nvSpPr>
          <p:spPr bwMode="auto">
            <a:xfrm>
              <a:off x="5304" y="3206"/>
              <a:ext cx="145" cy="146"/>
            </a:xfrm>
            <a:prstGeom prst="rect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sz="1800"/>
            </a:p>
          </p:txBody>
        </p:sp>
        <p:cxnSp>
          <p:nvCxnSpPr>
            <p:cNvPr id="30734" name="AutoShape 13"/>
            <p:cNvCxnSpPr>
              <a:cxnSpLocks noChangeShapeType="1"/>
              <a:stCxn id="30727" idx="3"/>
              <a:endCxn id="30729" idx="7"/>
            </p:cNvCxnSpPr>
            <p:nvPr/>
          </p:nvCxnSpPr>
          <p:spPr bwMode="auto">
            <a:xfrm flipH="1">
              <a:off x="3652" y="2721"/>
              <a:ext cx="458" cy="170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30735" name="AutoShape 14"/>
            <p:cNvCxnSpPr>
              <a:cxnSpLocks noChangeShapeType="1"/>
              <a:stCxn id="30728" idx="1"/>
              <a:endCxn id="30727" idx="5"/>
            </p:cNvCxnSpPr>
            <p:nvPr/>
          </p:nvCxnSpPr>
          <p:spPr bwMode="auto">
            <a:xfrm flipH="1" flipV="1">
              <a:off x="4252" y="2722"/>
              <a:ext cx="746" cy="168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30736" name="AutoShape 15"/>
            <p:cNvCxnSpPr>
              <a:cxnSpLocks noChangeShapeType="1"/>
              <a:stCxn id="30733" idx="0"/>
              <a:endCxn id="30728" idx="5"/>
            </p:cNvCxnSpPr>
            <p:nvPr/>
          </p:nvCxnSpPr>
          <p:spPr bwMode="auto">
            <a:xfrm flipH="1" flipV="1">
              <a:off x="5141" y="3044"/>
              <a:ext cx="236" cy="156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30737" name="AutoShape 16"/>
            <p:cNvCxnSpPr>
              <a:cxnSpLocks noChangeShapeType="1"/>
              <a:stCxn id="30747" idx="7"/>
              <a:endCxn id="30728" idx="3"/>
            </p:cNvCxnSpPr>
            <p:nvPr/>
          </p:nvCxnSpPr>
          <p:spPr bwMode="auto">
            <a:xfrm flipV="1">
              <a:off x="4830" y="3044"/>
              <a:ext cx="168" cy="158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30738" name="AutoShape 17"/>
            <p:cNvCxnSpPr>
              <a:cxnSpLocks noChangeShapeType="1"/>
              <a:stCxn id="30732" idx="0"/>
              <a:endCxn id="30730" idx="5"/>
            </p:cNvCxnSpPr>
            <p:nvPr/>
          </p:nvCxnSpPr>
          <p:spPr bwMode="auto">
            <a:xfrm flipH="1" flipV="1">
              <a:off x="4022" y="3356"/>
              <a:ext cx="114" cy="179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30739" name="AutoShape 18"/>
            <p:cNvCxnSpPr>
              <a:cxnSpLocks noChangeShapeType="1"/>
              <a:stCxn id="30731" idx="0"/>
              <a:endCxn id="30730" idx="3"/>
            </p:cNvCxnSpPr>
            <p:nvPr/>
          </p:nvCxnSpPr>
          <p:spPr bwMode="auto">
            <a:xfrm flipV="1">
              <a:off x="3767" y="3356"/>
              <a:ext cx="113" cy="179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30740" name="AutoShape 19"/>
            <p:cNvCxnSpPr>
              <a:cxnSpLocks noChangeShapeType="1"/>
              <a:stCxn id="30742" idx="7"/>
              <a:endCxn id="30729" idx="3"/>
            </p:cNvCxnSpPr>
            <p:nvPr/>
          </p:nvCxnSpPr>
          <p:spPr bwMode="auto">
            <a:xfrm flipV="1">
              <a:off x="3282" y="3044"/>
              <a:ext cx="227" cy="158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30741" name="AutoShape 20"/>
            <p:cNvCxnSpPr>
              <a:cxnSpLocks noChangeShapeType="1"/>
              <a:stCxn id="30730" idx="1"/>
              <a:endCxn id="30729" idx="5"/>
            </p:cNvCxnSpPr>
            <p:nvPr/>
          </p:nvCxnSpPr>
          <p:spPr bwMode="auto">
            <a:xfrm flipH="1" flipV="1">
              <a:off x="3652" y="3044"/>
              <a:ext cx="228" cy="158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</p:cxnSp>
        <p:sp>
          <p:nvSpPr>
            <p:cNvPr id="30742" name="Oval 21"/>
            <p:cNvSpPr>
              <a:spLocks noChangeArrowheads="1"/>
            </p:cNvSpPr>
            <p:nvPr/>
          </p:nvSpPr>
          <p:spPr bwMode="auto">
            <a:xfrm>
              <a:off x="3110" y="3178"/>
              <a:ext cx="201" cy="202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tIns="0" rIns="0" anchor="ctr" anchorCtr="1"/>
            <a:lstStyle/>
            <a:p>
              <a:r>
                <a:rPr lang="en-US" sz="1800">
                  <a:solidFill>
                    <a:schemeClr val="tx1"/>
                  </a:solidFill>
                  <a:latin typeface="Times New Roman" charset="0"/>
                  <a:sym typeface="Symbol" charset="2"/>
                </a:rPr>
                <a:t>1</a:t>
              </a:r>
            </a:p>
          </p:txBody>
        </p:sp>
        <p:sp>
          <p:nvSpPr>
            <p:cNvPr id="30743" name="Rectangle 22"/>
            <p:cNvSpPr>
              <a:spLocks noChangeAspect="1" noChangeArrowheads="1"/>
            </p:cNvSpPr>
            <p:nvPr/>
          </p:nvSpPr>
          <p:spPr bwMode="auto">
            <a:xfrm>
              <a:off x="2953" y="3541"/>
              <a:ext cx="145" cy="145"/>
            </a:xfrm>
            <a:prstGeom prst="rect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sz="1800"/>
            </a:p>
          </p:txBody>
        </p:sp>
        <p:sp>
          <p:nvSpPr>
            <p:cNvPr id="30744" name="Rectangle 23"/>
            <p:cNvSpPr>
              <a:spLocks noChangeAspect="1" noChangeArrowheads="1"/>
            </p:cNvSpPr>
            <p:nvPr/>
          </p:nvSpPr>
          <p:spPr bwMode="auto">
            <a:xfrm>
              <a:off x="3323" y="3541"/>
              <a:ext cx="145" cy="145"/>
            </a:xfrm>
            <a:prstGeom prst="rect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sz="1800"/>
            </a:p>
          </p:txBody>
        </p:sp>
        <p:cxnSp>
          <p:nvCxnSpPr>
            <p:cNvPr id="30745" name="AutoShape 24"/>
            <p:cNvCxnSpPr>
              <a:cxnSpLocks noChangeShapeType="1"/>
              <a:stCxn id="30744" idx="0"/>
              <a:endCxn id="30742" idx="5"/>
            </p:cNvCxnSpPr>
            <p:nvPr/>
          </p:nvCxnSpPr>
          <p:spPr bwMode="auto">
            <a:xfrm flipH="1" flipV="1">
              <a:off x="3282" y="3356"/>
              <a:ext cx="114" cy="179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30746" name="AutoShape 25"/>
            <p:cNvCxnSpPr>
              <a:cxnSpLocks noChangeShapeType="1"/>
              <a:stCxn id="30743" idx="0"/>
              <a:endCxn id="30742" idx="3"/>
            </p:cNvCxnSpPr>
            <p:nvPr/>
          </p:nvCxnSpPr>
          <p:spPr bwMode="auto">
            <a:xfrm flipV="1">
              <a:off x="3026" y="3356"/>
              <a:ext cx="113" cy="179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</p:cxnSp>
        <p:sp>
          <p:nvSpPr>
            <p:cNvPr id="30747" name="Oval 26"/>
            <p:cNvSpPr>
              <a:spLocks noChangeArrowheads="1"/>
            </p:cNvSpPr>
            <p:nvPr/>
          </p:nvSpPr>
          <p:spPr bwMode="auto">
            <a:xfrm>
              <a:off x="4658" y="3178"/>
              <a:ext cx="202" cy="202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tIns="0" rIns="0" anchor="ctr" anchorCtr="1"/>
            <a:lstStyle/>
            <a:p>
              <a:r>
                <a:rPr lang="en-US" sz="1800">
                  <a:solidFill>
                    <a:schemeClr val="tx1"/>
                  </a:solidFill>
                  <a:latin typeface="Times New Roman" charset="0"/>
                  <a:sym typeface="Symbol" charset="2"/>
                </a:rPr>
                <a:t>8</a:t>
              </a:r>
            </a:p>
          </p:txBody>
        </p:sp>
        <p:sp>
          <p:nvSpPr>
            <p:cNvPr id="30748" name="Rectangle 27"/>
            <p:cNvSpPr>
              <a:spLocks noChangeAspect="1" noChangeArrowheads="1"/>
            </p:cNvSpPr>
            <p:nvPr/>
          </p:nvSpPr>
          <p:spPr bwMode="auto">
            <a:xfrm>
              <a:off x="4502" y="3541"/>
              <a:ext cx="145" cy="145"/>
            </a:xfrm>
            <a:prstGeom prst="rect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sz="1800"/>
            </a:p>
          </p:txBody>
        </p:sp>
        <p:sp>
          <p:nvSpPr>
            <p:cNvPr id="30749" name="Rectangle 28"/>
            <p:cNvSpPr>
              <a:spLocks noChangeAspect="1" noChangeArrowheads="1"/>
            </p:cNvSpPr>
            <p:nvPr/>
          </p:nvSpPr>
          <p:spPr bwMode="auto">
            <a:xfrm>
              <a:off x="4871" y="3541"/>
              <a:ext cx="146" cy="145"/>
            </a:xfrm>
            <a:prstGeom prst="rect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sz="1800"/>
            </a:p>
          </p:txBody>
        </p:sp>
        <p:cxnSp>
          <p:nvCxnSpPr>
            <p:cNvPr id="30750" name="AutoShape 29"/>
            <p:cNvCxnSpPr>
              <a:cxnSpLocks noChangeShapeType="1"/>
              <a:stCxn id="30749" idx="0"/>
              <a:endCxn id="30747" idx="5"/>
            </p:cNvCxnSpPr>
            <p:nvPr/>
          </p:nvCxnSpPr>
          <p:spPr bwMode="auto">
            <a:xfrm flipH="1" flipV="1">
              <a:off x="4830" y="3356"/>
              <a:ext cx="114" cy="179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30751" name="AutoShape 30"/>
            <p:cNvCxnSpPr>
              <a:cxnSpLocks noChangeShapeType="1"/>
              <a:stCxn id="30748" idx="0"/>
              <a:endCxn id="30747" idx="3"/>
            </p:cNvCxnSpPr>
            <p:nvPr/>
          </p:nvCxnSpPr>
          <p:spPr bwMode="auto">
            <a:xfrm flipV="1">
              <a:off x="4575" y="3356"/>
              <a:ext cx="113" cy="179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</p:cxnSp>
      </p:grpSp>
      <p:graphicFrame>
        <p:nvGraphicFramePr>
          <p:cNvPr id="30722" name="Object 2"/>
          <p:cNvGraphicFramePr>
            <a:graphicFrameLocks noChangeAspect="1"/>
          </p:cNvGraphicFramePr>
          <p:nvPr/>
        </p:nvGraphicFramePr>
        <p:xfrm>
          <a:off x="7162800" y="222250"/>
          <a:ext cx="1562100" cy="1530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35" name="Clip" r:id="rId3" imgW="1867680" imgH="1828440" progId="MS_ClipArt_Gallery.2">
                  <p:embed/>
                </p:oleObj>
              </mc:Choice>
              <mc:Fallback>
                <p:oleObj name="Clip" r:id="rId3" imgW="1867680" imgH="1828440" progId="MS_ClipArt_Gallery.2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62800" y="222250"/>
                        <a:ext cx="1562100" cy="15303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Search in a BST</a:t>
            </a:r>
            <a:endParaRPr lang="en-US" sz="4000" dirty="0" smtClean="0"/>
          </a:p>
        </p:txBody>
      </p:sp>
      <p:sp>
        <p:nvSpPr>
          <p:cNvPr id="31747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704850" y="1524000"/>
            <a:ext cx="3276600" cy="4572000"/>
          </a:xfrm>
        </p:spPr>
        <p:txBody>
          <a:bodyPr/>
          <a:lstStyle/>
          <a:p>
            <a:pPr>
              <a:buClrTx/>
              <a:buFont typeface="Times" charset="0"/>
              <a:buChar char="•"/>
            </a:pPr>
            <a:r>
              <a:rPr lang="en-US" sz="2000" dirty="0" smtClean="0"/>
              <a:t>To search for a key </a:t>
            </a:r>
            <a:r>
              <a:rPr lang="en-US" sz="2000" b="1" i="1" dirty="0" smtClean="0">
                <a:latin typeface="Times New Roman" charset="0"/>
              </a:rPr>
              <a:t>k</a:t>
            </a:r>
            <a:r>
              <a:rPr lang="en-US" sz="2000" dirty="0" smtClean="0"/>
              <a:t>, we trace a downward path starting at the root</a:t>
            </a:r>
          </a:p>
          <a:p>
            <a:pPr>
              <a:buClrTx/>
              <a:buFont typeface="Times" charset="0"/>
              <a:buChar char="•"/>
            </a:pPr>
            <a:r>
              <a:rPr lang="en-US" sz="2000" dirty="0" smtClean="0"/>
              <a:t>The next node visited depends on the outcome of the comparison of </a:t>
            </a:r>
            <a:r>
              <a:rPr lang="en-US" sz="2000" b="1" i="1" dirty="0" smtClean="0">
                <a:latin typeface="Times New Roman" charset="0"/>
              </a:rPr>
              <a:t>k</a:t>
            </a:r>
            <a:r>
              <a:rPr lang="en-US" sz="2000" dirty="0" smtClean="0"/>
              <a:t> with the key of the current node</a:t>
            </a:r>
          </a:p>
          <a:p>
            <a:pPr>
              <a:buClrTx/>
              <a:buFont typeface="Times" charset="0"/>
              <a:buChar char="•"/>
            </a:pPr>
            <a:r>
              <a:rPr lang="en-US" sz="2000" dirty="0" smtClean="0"/>
              <a:t>If we reach a leaf, the key is not found and we return a null position</a:t>
            </a:r>
          </a:p>
          <a:p>
            <a:pPr>
              <a:buClrTx/>
              <a:buFont typeface="Times" charset="0"/>
              <a:buChar char="•"/>
            </a:pPr>
            <a:r>
              <a:rPr lang="en-US" sz="2000" dirty="0" smtClean="0"/>
              <a:t>Example: </a:t>
            </a:r>
            <a:r>
              <a:rPr lang="en-US" sz="2000" dirty="0" smtClean="0">
                <a:solidFill>
                  <a:schemeClr val="tx2"/>
                </a:solidFill>
              </a:rPr>
              <a:t>find</a:t>
            </a:r>
            <a:r>
              <a:rPr lang="en-US" sz="2000" dirty="0" smtClean="0"/>
              <a:t>(</a:t>
            </a:r>
            <a:r>
              <a:rPr lang="en-US" sz="2000" dirty="0" smtClean="0">
                <a:sym typeface="Symbol" charset="2"/>
              </a:rPr>
              <a:t>4</a:t>
            </a:r>
            <a:r>
              <a:rPr lang="en-US" sz="2000" dirty="0" smtClean="0"/>
              <a:t>)</a:t>
            </a:r>
          </a:p>
          <a:p>
            <a:pPr>
              <a:buClrTx/>
              <a:buFont typeface="Times" charset="0"/>
              <a:buChar char="•"/>
            </a:pPr>
            <a:r>
              <a:rPr lang="en-US" sz="2000" dirty="0" smtClean="0"/>
              <a:t>Running time is proportional to height h of T, O(h)</a:t>
            </a:r>
          </a:p>
        </p:txBody>
      </p:sp>
      <p:sp>
        <p:nvSpPr>
          <p:cNvPr id="31748" name="Text Box 4"/>
          <p:cNvSpPr txBox="1">
            <a:spLocks noChangeArrowheads="1"/>
          </p:cNvSpPr>
          <p:nvPr/>
        </p:nvSpPr>
        <p:spPr bwMode="auto">
          <a:xfrm>
            <a:off x="3962400" y="1524000"/>
            <a:ext cx="4838700" cy="27749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defTabSz="285750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charset="2"/>
              <a:buNone/>
            </a:pPr>
            <a:r>
              <a:rPr lang="en-US" sz="1800" b="1" dirty="0">
                <a:solidFill>
                  <a:srgbClr val="000000"/>
                </a:solidFill>
                <a:latin typeface="Times New Roman" charset="0"/>
              </a:rPr>
              <a:t>Algorithm</a:t>
            </a:r>
            <a:r>
              <a:rPr lang="en-US" sz="1800" dirty="0">
                <a:latin typeface="Times New Roman" charset="0"/>
              </a:rPr>
              <a:t> </a:t>
            </a:r>
            <a:r>
              <a:rPr lang="en-US" sz="1800" b="1" i="1" dirty="0" err="1" smtClean="0">
                <a:solidFill>
                  <a:schemeClr val="tx2"/>
                </a:solidFill>
                <a:latin typeface="Times New Roman" charset="0"/>
              </a:rPr>
              <a:t>Treesearch</a:t>
            </a:r>
            <a:r>
              <a:rPr lang="en-US" sz="1800" b="1" i="1" dirty="0" smtClean="0">
                <a:solidFill>
                  <a:schemeClr val="tx2"/>
                </a:solidFill>
                <a:latin typeface="Times New Roman" charset="0"/>
              </a:rPr>
              <a:t> </a:t>
            </a:r>
            <a:r>
              <a:rPr lang="en-US" sz="1800" dirty="0">
                <a:solidFill>
                  <a:schemeClr val="tx2"/>
                </a:solidFill>
                <a:latin typeface="Times New Roman" charset="0"/>
              </a:rPr>
              <a:t>(</a:t>
            </a:r>
            <a:r>
              <a:rPr lang="en-US" sz="1800" b="1" i="1" dirty="0">
                <a:solidFill>
                  <a:schemeClr val="tx2"/>
                </a:solidFill>
                <a:latin typeface="Times New Roman" charset="0"/>
              </a:rPr>
              <a:t>k</a:t>
            </a:r>
            <a:r>
              <a:rPr lang="en-US" sz="1800" dirty="0">
                <a:solidFill>
                  <a:schemeClr val="tx2"/>
                </a:solidFill>
                <a:latin typeface="Times New Roman" charset="0"/>
              </a:rPr>
              <a:t>,</a:t>
            </a:r>
            <a:r>
              <a:rPr lang="en-US" sz="1800" b="1" i="1" dirty="0">
                <a:solidFill>
                  <a:schemeClr val="tx2"/>
                </a:solidFill>
                <a:latin typeface="Times New Roman" charset="0"/>
              </a:rPr>
              <a:t> v</a:t>
            </a:r>
            <a:r>
              <a:rPr lang="en-US" sz="1800" dirty="0">
                <a:solidFill>
                  <a:schemeClr val="tx2"/>
                </a:solidFill>
                <a:latin typeface="Times New Roman" charset="0"/>
              </a:rPr>
              <a:t>)	</a:t>
            </a:r>
          </a:p>
          <a:p>
            <a:pPr defTabSz="285750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charset="2"/>
              <a:buNone/>
            </a:pPr>
            <a:r>
              <a:rPr lang="en-US" sz="1800" dirty="0">
                <a:solidFill>
                  <a:schemeClr val="tx2"/>
                </a:solidFill>
                <a:latin typeface="Times New Roman" charset="0"/>
              </a:rPr>
              <a:t>	</a:t>
            </a:r>
            <a:r>
              <a:rPr lang="en-US" sz="1800" b="1" dirty="0">
                <a:solidFill>
                  <a:srgbClr val="000000"/>
                </a:solidFill>
                <a:latin typeface="Times New Roman" charset="0"/>
              </a:rPr>
              <a:t>if</a:t>
            </a:r>
            <a:r>
              <a:rPr lang="en-US" sz="1800" dirty="0">
                <a:solidFill>
                  <a:schemeClr val="tx2"/>
                </a:solidFill>
                <a:latin typeface="Times New Roman" charset="0"/>
              </a:rPr>
              <a:t> </a:t>
            </a:r>
            <a:r>
              <a:rPr lang="en-US" sz="1800" b="1" i="1" dirty="0" err="1">
                <a:solidFill>
                  <a:schemeClr val="accent2"/>
                </a:solidFill>
                <a:latin typeface="Times New Roman" charset="0"/>
              </a:rPr>
              <a:t>T.isExternal</a:t>
            </a:r>
            <a:r>
              <a:rPr lang="en-US" sz="1800" b="1" i="1" dirty="0">
                <a:solidFill>
                  <a:schemeClr val="accent2"/>
                </a:solidFill>
                <a:latin typeface="Times New Roman" charset="0"/>
              </a:rPr>
              <a:t> </a:t>
            </a:r>
            <a:r>
              <a:rPr lang="en-US" sz="1800" dirty="0">
                <a:solidFill>
                  <a:schemeClr val="accent2"/>
                </a:solidFill>
                <a:latin typeface="Times New Roman" charset="0"/>
              </a:rPr>
              <a:t>(</a:t>
            </a:r>
            <a:r>
              <a:rPr lang="en-US" sz="1800" b="1" i="1" dirty="0">
                <a:solidFill>
                  <a:schemeClr val="accent2"/>
                </a:solidFill>
                <a:latin typeface="Times New Roman" charset="0"/>
              </a:rPr>
              <a:t>v</a:t>
            </a:r>
            <a:r>
              <a:rPr lang="en-US" sz="1800" dirty="0">
                <a:solidFill>
                  <a:schemeClr val="accent2"/>
                </a:solidFill>
                <a:latin typeface="Times New Roman" charset="0"/>
              </a:rPr>
              <a:t>)</a:t>
            </a:r>
          </a:p>
          <a:p>
            <a:pPr marL="285750" lvl="1" defTabSz="285750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charset="2"/>
              <a:buNone/>
            </a:pPr>
            <a:r>
              <a:rPr lang="en-US" sz="1800" b="1" dirty="0">
                <a:solidFill>
                  <a:srgbClr val="000000"/>
                </a:solidFill>
                <a:latin typeface="Times New Roman" charset="0"/>
              </a:rPr>
              <a:t>	return</a:t>
            </a:r>
            <a:r>
              <a:rPr lang="en-US" sz="1800" dirty="0">
                <a:solidFill>
                  <a:schemeClr val="accent2"/>
                </a:solidFill>
                <a:latin typeface="Times New Roman" charset="0"/>
              </a:rPr>
              <a:t> </a:t>
            </a:r>
            <a:r>
              <a:rPr lang="en-US" sz="1800" b="1" i="1" dirty="0" smtClean="0">
                <a:solidFill>
                  <a:schemeClr val="accent2"/>
                </a:solidFill>
                <a:latin typeface="Times New Roman" charset="0"/>
              </a:rPr>
              <a:t>NO_SUCH_KEY</a:t>
            </a:r>
            <a:endParaRPr lang="en-US" sz="1800" b="1" i="1" dirty="0">
              <a:solidFill>
                <a:schemeClr val="accent2"/>
              </a:solidFill>
              <a:latin typeface="Times New Roman" charset="0"/>
            </a:endParaRPr>
          </a:p>
          <a:p>
            <a:pPr marL="285750" lvl="1" defTabSz="285750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charset="2"/>
              <a:buNone/>
            </a:pPr>
            <a:r>
              <a:rPr lang="en-US" sz="1800" b="1" dirty="0">
                <a:solidFill>
                  <a:srgbClr val="000000"/>
                </a:solidFill>
                <a:latin typeface="Times New Roman" charset="0"/>
              </a:rPr>
              <a:t>if </a:t>
            </a:r>
            <a:r>
              <a:rPr lang="en-US" sz="1800" b="1" i="1" dirty="0">
                <a:solidFill>
                  <a:schemeClr val="accent2"/>
                </a:solidFill>
                <a:latin typeface="Times New Roman" charset="0"/>
              </a:rPr>
              <a:t>k</a:t>
            </a:r>
            <a:r>
              <a:rPr lang="en-US" sz="1800" dirty="0">
                <a:solidFill>
                  <a:schemeClr val="accent2"/>
                </a:solidFill>
                <a:latin typeface="Times New Roman" charset="0"/>
              </a:rPr>
              <a:t> </a:t>
            </a:r>
            <a:r>
              <a:rPr lang="en-US" sz="1800" dirty="0">
                <a:solidFill>
                  <a:schemeClr val="accent2"/>
                </a:solidFill>
                <a:latin typeface="Symbol" charset="2"/>
                <a:sym typeface="Symbol" charset="2"/>
              </a:rPr>
              <a:t>&lt;</a:t>
            </a:r>
            <a:r>
              <a:rPr lang="en-US" sz="1800" dirty="0">
                <a:solidFill>
                  <a:schemeClr val="accent2"/>
                </a:solidFill>
                <a:latin typeface="Times New Roman" charset="0"/>
              </a:rPr>
              <a:t> </a:t>
            </a:r>
            <a:r>
              <a:rPr lang="en-US" sz="1800" b="1" i="1" dirty="0">
                <a:solidFill>
                  <a:schemeClr val="accent2"/>
                </a:solidFill>
                <a:latin typeface="Times New Roman" charset="0"/>
              </a:rPr>
              <a:t>key</a:t>
            </a:r>
            <a:r>
              <a:rPr lang="en-US" sz="1800" dirty="0">
                <a:solidFill>
                  <a:schemeClr val="accent2"/>
                </a:solidFill>
                <a:latin typeface="Times New Roman" charset="0"/>
              </a:rPr>
              <a:t>(</a:t>
            </a:r>
            <a:r>
              <a:rPr lang="en-US" sz="1800" b="1" i="1" dirty="0">
                <a:solidFill>
                  <a:schemeClr val="accent2"/>
                </a:solidFill>
                <a:latin typeface="Times New Roman" charset="0"/>
              </a:rPr>
              <a:t>v</a:t>
            </a:r>
            <a:r>
              <a:rPr lang="en-US" sz="1800" dirty="0">
                <a:solidFill>
                  <a:schemeClr val="accent2"/>
                </a:solidFill>
                <a:latin typeface="Times New Roman" charset="0"/>
              </a:rPr>
              <a:t>)</a:t>
            </a:r>
          </a:p>
          <a:p>
            <a:pPr marL="285750" lvl="1" defTabSz="285750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charset="2"/>
              <a:buNone/>
            </a:pPr>
            <a:r>
              <a:rPr lang="en-US" sz="1800" dirty="0">
                <a:solidFill>
                  <a:schemeClr val="accent2"/>
                </a:solidFill>
                <a:latin typeface="Times New Roman" charset="0"/>
              </a:rPr>
              <a:t>	</a:t>
            </a:r>
            <a:r>
              <a:rPr lang="en-US" sz="1800" b="1" dirty="0">
                <a:solidFill>
                  <a:srgbClr val="000000"/>
                </a:solidFill>
                <a:latin typeface="Times New Roman" charset="0"/>
              </a:rPr>
              <a:t>return</a:t>
            </a:r>
            <a:r>
              <a:rPr lang="en-US" sz="1800" dirty="0">
                <a:solidFill>
                  <a:schemeClr val="accent2"/>
                </a:solidFill>
                <a:latin typeface="Times New Roman" charset="0"/>
              </a:rPr>
              <a:t> </a:t>
            </a:r>
            <a:r>
              <a:rPr lang="en-US" sz="1800" b="1" i="1" dirty="0" err="1" smtClean="0">
                <a:solidFill>
                  <a:schemeClr val="accent2"/>
                </a:solidFill>
                <a:latin typeface="Times New Roman" charset="0"/>
              </a:rPr>
              <a:t>TreeSearch</a:t>
            </a:r>
            <a:r>
              <a:rPr lang="en-US" sz="1800" dirty="0" smtClean="0">
                <a:solidFill>
                  <a:schemeClr val="accent2"/>
                </a:solidFill>
                <a:latin typeface="Times New Roman" charset="0"/>
              </a:rPr>
              <a:t>(</a:t>
            </a:r>
            <a:r>
              <a:rPr lang="en-US" sz="1800" b="1" i="1" dirty="0" smtClean="0">
                <a:solidFill>
                  <a:schemeClr val="accent2"/>
                </a:solidFill>
                <a:latin typeface="Times New Roman" charset="0"/>
              </a:rPr>
              <a:t>k</a:t>
            </a:r>
            <a:r>
              <a:rPr lang="en-US" sz="1800" dirty="0">
                <a:solidFill>
                  <a:schemeClr val="accent2"/>
                </a:solidFill>
                <a:latin typeface="Times New Roman" charset="0"/>
              </a:rPr>
              <a:t>,</a:t>
            </a:r>
            <a:r>
              <a:rPr lang="en-US" sz="1800" b="1" i="1" dirty="0">
                <a:solidFill>
                  <a:schemeClr val="accent2"/>
                </a:solidFill>
                <a:latin typeface="Times New Roman" charset="0"/>
              </a:rPr>
              <a:t> </a:t>
            </a:r>
            <a:r>
              <a:rPr lang="en-US" sz="1800" b="1" i="1" dirty="0" err="1">
                <a:solidFill>
                  <a:schemeClr val="accent2"/>
                </a:solidFill>
                <a:latin typeface="Times New Roman" charset="0"/>
              </a:rPr>
              <a:t>T.leftChild</a:t>
            </a:r>
            <a:r>
              <a:rPr lang="en-US" sz="1800" dirty="0">
                <a:solidFill>
                  <a:schemeClr val="accent2"/>
                </a:solidFill>
                <a:latin typeface="Times New Roman" charset="0"/>
              </a:rPr>
              <a:t>(</a:t>
            </a:r>
            <a:r>
              <a:rPr lang="en-US" sz="1800" b="1" i="1" dirty="0">
                <a:solidFill>
                  <a:schemeClr val="accent2"/>
                </a:solidFill>
                <a:latin typeface="Times New Roman" charset="0"/>
              </a:rPr>
              <a:t>v</a:t>
            </a:r>
            <a:r>
              <a:rPr lang="en-US" sz="1800" dirty="0">
                <a:solidFill>
                  <a:schemeClr val="accent2"/>
                </a:solidFill>
                <a:latin typeface="Times New Roman" charset="0"/>
              </a:rPr>
              <a:t>))</a:t>
            </a:r>
          </a:p>
          <a:p>
            <a:pPr marL="285750" lvl="1" defTabSz="285750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charset="2"/>
              <a:buNone/>
            </a:pPr>
            <a:r>
              <a:rPr lang="en-US" sz="1800" b="1" dirty="0">
                <a:solidFill>
                  <a:srgbClr val="000000"/>
                </a:solidFill>
                <a:latin typeface="Times New Roman" charset="0"/>
              </a:rPr>
              <a:t>else if </a:t>
            </a:r>
            <a:r>
              <a:rPr lang="en-US" sz="1800" b="1" i="1" dirty="0">
                <a:solidFill>
                  <a:schemeClr val="accent2"/>
                </a:solidFill>
                <a:latin typeface="Times New Roman" charset="0"/>
              </a:rPr>
              <a:t>k</a:t>
            </a:r>
            <a:r>
              <a:rPr lang="en-US" sz="1800" dirty="0">
                <a:solidFill>
                  <a:schemeClr val="accent2"/>
                </a:solidFill>
                <a:latin typeface="Times New Roman" charset="0"/>
              </a:rPr>
              <a:t> </a:t>
            </a:r>
            <a:r>
              <a:rPr lang="en-US" sz="1800" dirty="0">
                <a:solidFill>
                  <a:schemeClr val="accent2"/>
                </a:solidFill>
                <a:latin typeface="Symbol" charset="2"/>
                <a:sym typeface="Symbol" charset="2"/>
              </a:rPr>
              <a:t>=</a:t>
            </a:r>
            <a:r>
              <a:rPr lang="en-US" sz="1800" dirty="0">
                <a:solidFill>
                  <a:schemeClr val="accent2"/>
                </a:solidFill>
                <a:latin typeface="Times New Roman" charset="0"/>
              </a:rPr>
              <a:t> </a:t>
            </a:r>
            <a:r>
              <a:rPr lang="en-US" sz="1800" b="1" i="1" dirty="0">
                <a:solidFill>
                  <a:schemeClr val="accent2"/>
                </a:solidFill>
                <a:latin typeface="Times New Roman" charset="0"/>
              </a:rPr>
              <a:t>key</a:t>
            </a:r>
            <a:r>
              <a:rPr lang="en-US" sz="1800" dirty="0">
                <a:solidFill>
                  <a:schemeClr val="accent2"/>
                </a:solidFill>
                <a:latin typeface="Times New Roman" charset="0"/>
              </a:rPr>
              <a:t>(</a:t>
            </a:r>
            <a:r>
              <a:rPr lang="en-US" sz="1800" b="1" i="1" dirty="0">
                <a:solidFill>
                  <a:schemeClr val="accent2"/>
                </a:solidFill>
                <a:latin typeface="Times New Roman" charset="0"/>
              </a:rPr>
              <a:t>v</a:t>
            </a:r>
            <a:r>
              <a:rPr lang="en-US" sz="1800" dirty="0">
                <a:solidFill>
                  <a:schemeClr val="accent2"/>
                </a:solidFill>
                <a:latin typeface="Times New Roman" charset="0"/>
              </a:rPr>
              <a:t>)</a:t>
            </a:r>
          </a:p>
          <a:p>
            <a:pPr marL="285750" lvl="1" defTabSz="285750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charset="2"/>
              <a:buNone/>
            </a:pPr>
            <a:r>
              <a:rPr lang="en-US" sz="1800" dirty="0">
                <a:solidFill>
                  <a:schemeClr val="accent2"/>
                </a:solidFill>
                <a:latin typeface="Times New Roman" charset="0"/>
              </a:rPr>
              <a:t>	</a:t>
            </a:r>
            <a:r>
              <a:rPr lang="en-US" sz="1800" b="1" dirty="0">
                <a:solidFill>
                  <a:srgbClr val="000000"/>
                </a:solidFill>
                <a:latin typeface="Times New Roman" charset="0"/>
              </a:rPr>
              <a:t>return</a:t>
            </a:r>
            <a:r>
              <a:rPr lang="en-US" sz="1800" dirty="0">
                <a:solidFill>
                  <a:schemeClr val="accent2"/>
                </a:solidFill>
                <a:latin typeface="Times New Roman" charset="0"/>
              </a:rPr>
              <a:t> </a:t>
            </a:r>
            <a:r>
              <a:rPr lang="en-US" sz="1800" b="1" i="1" dirty="0">
                <a:solidFill>
                  <a:schemeClr val="accent2"/>
                </a:solidFill>
                <a:latin typeface="Times New Roman" charset="0"/>
              </a:rPr>
              <a:t>Position</a:t>
            </a:r>
            <a:r>
              <a:rPr lang="en-US" sz="1800" dirty="0">
                <a:solidFill>
                  <a:schemeClr val="accent2"/>
                </a:solidFill>
                <a:latin typeface="Times New Roman" charset="0"/>
              </a:rPr>
              <a:t>(</a:t>
            </a:r>
            <a:r>
              <a:rPr lang="en-US" sz="1800" b="1" i="1" dirty="0">
                <a:solidFill>
                  <a:schemeClr val="accent2"/>
                </a:solidFill>
                <a:latin typeface="Times New Roman" charset="0"/>
              </a:rPr>
              <a:t>v</a:t>
            </a:r>
            <a:r>
              <a:rPr lang="en-US" sz="1800" dirty="0">
                <a:solidFill>
                  <a:schemeClr val="accent2"/>
                </a:solidFill>
                <a:latin typeface="Times New Roman" charset="0"/>
              </a:rPr>
              <a:t>)</a:t>
            </a:r>
          </a:p>
          <a:p>
            <a:pPr marL="285750" lvl="1" defTabSz="285750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charset="2"/>
              <a:buNone/>
            </a:pPr>
            <a:r>
              <a:rPr lang="en-US" sz="1800" b="1" dirty="0">
                <a:solidFill>
                  <a:srgbClr val="000000"/>
                </a:solidFill>
                <a:latin typeface="Times New Roman" charset="0"/>
              </a:rPr>
              <a:t>else</a:t>
            </a:r>
            <a:r>
              <a:rPr lang="en-US" sz="1800" dirty="0">
                <a:solidFill>
                  <a:schemeClr val="accent2"/>
                </a:solidFill>
                <a:latin typeface="Times New Roman" charset="0"/>
              </a:rPr>
              <a:t> </a:t>
            </a:r>
            <a:r>
              <a:rPr lang="en-US" sz="1800" dirty="0">
                <a:solidFill>
                  <a:schemeClr val="hlink"/>
                </a:solidFill>
                <a:latin typeface="Times New Roman" charset="0"/>
              </a:rPr>
              <a:t>{ </a:t>
            </a:r>
            <a:r>
              <a:rPr lang="en-US" sz="1800" b="1" i="1" dirty="0">
                <a:solidFill>
                  <a:schemeClr val="hlink"/>
                </a:solidFill>
                <a:latin typeface="Times New Roman" charset="0"/>
              </a:rPr>
              <a:t>k</a:t>
            </a:r>
            <a:r>
              <a:rPr lang="en-US" sz="1800" dirty="0">
                <a:solidFill>
                  <a:schemeClr val="hlink"/>
                </a:solidFill>
                <a:latin typeface="Times New Roman" charset="0"/>
              </a:rPr>
              <a:t> </a:t>
            </a:r>
            <a:r>
              <a:rPr lang="en-US" sz="1800" dirty="0">
                <a:solidFill>
                  <a:schemeClr val="hlink"/>
                </a:solidFill>
                <a:latin typeface="Symbol" charset="2"/>
                <a:sym typeface="Symbol" charset="2"/>
              </a:rPr>
              <a:t>&gt;</a:t>
            </a:r>
            <a:r>
              <a:rPr lang="en-US" sz="1800" dirty="0">
                <a:solidFill>
                  <a:schemeClr val="hlink"/>
                </a:solidFill>
                <a:latin typeface="Times New Roman" charset="0"/>
              </a:rPr>
              <a:t> </a:t>
            </a:r>
            <a:r>
              <a:rPr lang="en-US" sz="1800" b="1" i="1" dirty="0">
                <a:solidFill>
                  <a:schemeClr val="hlink"/>
                </a:solidFill>
                <a:latin typeface="Times New Roman" charset="0"/>
              </a:rPr>
              <a:t>key</a:t>
            </a:r>
            <a:r>
              <a:rPr lang="en-US" sz="1800" dirty="0">
                <a:solidFill>
                  <a:schemeClr val="hlink"/>
                </a:solidFill>
                <a:latin typeface="Times New Roman" charset="0"/>
              </a:rPr>
              <a:t>(</a:t>
            </a:r>
            <a:r>
              <a:rPr lang="en-US" sz="1800" b="1" i="1" dirty="0">
                <a:solidFill>
                  <a:schemeClr val="hlink"/>
                </a:solidFill>
                <a:latin typeface="Times New Roman" charset="0"/>
              </a:rPr>
              <a:t>v</a:t>
            </a:r>
            <a:r>
              <a:rPr lang="en-US" sz="1800" dirty="0">
                <a:solidFill>
                  <a:schemeClr val="hlink"/>
                </a:solidFill>
                <a:latin typeface="Times New Roman" charset="0"/>
              </a:rPr>
              <a:t>) }</a:t>
            </a:r>
          </a:p>
          <a:p>
            <a:pPr marL="285750" lvl="1" defTabSz="285750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charset="2"/>
              <a:buNone/>
            </a:pPr>
            <a:r>
              <a:rPr lang="en-US" sz="1800" dirty="0">
                <a:solidFill>
                  <a:schemeClr val="accent2"/>
                </a:solidFill>
                <a:latin typeface="Times New Roman" charset="0"/>
              </a:rPr>
              <a:t>	</a:t>
            </a:r>
            <a:r>
              <a:rPr lang="en-US" sz="1800" b="1" dirty="0">
                <a:solidFill>
                  <a:srgbClr val="000000"/>
                </a:solidFill>
                <a:latin typeface="Times New Roman" charset="0"/>
              </a:rPr>
              <a:t>return</a:t>
            </a:r>
            <a:r>
              <a:rPr lang="en-US" sz="1800" dirty="0">
                <a:solidFill>
                  <a:schemeClr val="accent2"/>
                </a:solidFill>
                <a:latin typeface="Times New Roman" charset="0"/>
              </a:rPr>
              <a:t> </a:t>
            </a:r>
            <a:r>
              <a:rPr lang="en-US" sz="1800" b="1" i="1" dirty="0" err="1" smtClean="0">
                <a:solidFill>
                  <a:schemeClr val="accent2"/>
                </a:solidFill>
                <a:latin typeface="Times New Roman" charset="0"/>
              </a:rPr>
              <a:t>TreeSearch</a:t>
            </a:r>
            <a:r>
              <a:rPr lang="en-US" sz="1800" dirty="0" smtClean="0">
                <a:solidFill>
                  <a:schemeClr val="accent2"/>
                </a:solidFill>
                <a:latin typeface="Times New Roman" charset="0"/>
              </a:rPr>
              <a:t>(</a:t>
            </a:r>
            <a:r>
              <a:rPr lang="en-US" sz="1800" b="1" i="1" dirty="0" smtClean="0">
                <a:solidFill>
                  <a:schemeClr val="accent2"/>
                </a:solidFill>
                <a:latin typeface="Times New Roman" charset="0"/>
              </a:rPr>
              <a:t>k</a:t>
            </a:r>
            <a:r>
              <a:rPr lang="en-US" sz="1800" dirty="0">
                <a:solidFill>
                  <a:schemeClr val="accent2"/>
                </a:solidFill>
                <a:latin typeface="Times New Roman" charset="0"/>
              </a:rPr>
              <a:t>,</a:t>
            </a:r>
            <a:r>
              <a:rPr lang="en-US" sz="1800" b="1" i="1" dirty="0">
                <a:solidFill>
                  <a:schemeClr val="accent2"/>
                </a:solidFill>
                <a:latin typeface="Times New Roman" charset="0"/>
              </a:rPr>
              <a:t> </a:t>
            </a:r>
            <a:r>
              <a:rPr lang="en-US" sz="1800" b="1" i="1" dirty="0" err="1">
                <a:solidFill>
                  <a:schemeClr val="accent2"/>
                </a:solidFill>
                <a:latin typeface="Times New Roman" charset="0"/>
              </a:rPr>
              <a:t>T.rightChild</a:t>
            </a:r>
            <a:r>
              <a:rPr lang="en-US" sz="1800" dirty="0">
                <a:solidFill>
                  <a:schemeClr val="accent2"/>
                </a:solidFill>
                <a:latin typeface="Times New Roman" charset="0"/>
              </a:rPr>
              <a:t>(</a:t>
            </a:r>
            <a:r>
              <a:rPr lang="en-US" sz="1800" b="1" i="1" dirty="0">
                <a:solidFill>
                  <a:schemeClr val="accent2"/>
                </a:solidFill>
                <a:latin typeface="Times New Roman" charset="0"/>
              </a:rPr>
              <a:t>v</a:t>
            </a:r>
            <a:r>
              <a:rPr lang="en-US" sz="1800" dirty="0">
                <a:solidFill>
                  <a:schemeClr val="accent2"/>
                </a:solidFill>
                <a:latin typeface="Times New Roman" charset="0"/>
              </a:rPr>
              <a:t>))</a:t>
            </a:r>
          </a:p>
        </p:txBody>
      </p:sp>
      <p:sp>
        <p:nvSpPr>
          <p:cNvPr id="31749" name="Oval 7"/>
          <p:cNvSpPr>
            <a:spLocks noChangeArrowheads="1"/>
          </p:cNvSpPr>
          <p:nvPr/>
        </p:nvSpPr>
        <p:spPr bwMode="auto">
          <a:xfrm>
            <a:off x="6361113" y="4435475"/>
            <a:ext cx="320675" cy="319088"/>
          </a:xfrm>
          <a:prstGeom prst="ellipse">
            <a:avLst/>
          </a:prstGeom>
          <a:solidFill>
            <a:schemeClr val="accent1"/>
          </a:solidFill>
          <a:ln w="57150">
            <a:solidFill>
              <a:schemeClr val="tx2"/>
            </a:solidFill>
            <a:round/>
            <a:headEnd/>
            <a:tailEnd/>
          </a:ln>
        </p:spPr>
        <p:txBody>
          <a:bodyPr wrap="none" lIns="0" tIns="0" rIns="0" anchor="ctr" anchorCtr="1"/>
          <a:lstStyle/>
          <a:p>
            <a:r>
              <a:rPr lang="en-US" sz="1800">
                <a:solidFill>
                  <a:schemeClr val="tx2"/>
                </a:solidFill>
                <a:latin typeface="Times New Roman" charset="0"/>
                <a:sym typeface="Symbol" charset="2"/>
              </a:rPr>
              <a:t>6</a:t>
            </a:r>
          </a:p>
        </p:txBody>
      </p:sp>
      <p:sp>
        <p:nvSpPr>
          <p:cNvPr id="31750" name="Oval 8"/>
          <p:cNvSpPr>
            <a:spLocks noChangeArrowheads="1"/>
          </p:cNvSpPr>
          <p:nvPr/>
        </p:nvSpPr>
        <p:spPr bwMode="auto">
          <a:xfrm>
            <a:off x="7772400" y="4946650"/>
            <a:ext cx="319088" cy="320675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anchor="ctr" anchorCtr="1"/>
          <a:lstStyle/>
          <a:p>
            <a:r>
              <a:rPr lang="en-US" sz="1800">
                <a:solidFill>
                  <a:srgbClr val="000000"/>
                </a:solidFill>
                <a:latin typeface="Times New Roman" charset="0"/>
                <a:sym typeface="Symbol" charset="2"/>
              </a:rPr>
              <a:t>9</a:t>
            </a:r>
          </a:p>
        </p:txBody>
      </p:sp>
      <p:sp>
        <p:nvSpPr>
          <p:cNvPr id="31751" name="Oval 9"/>
          <p:cNvSpPr>
            <a:spLocks noChangeArrowheads="1"/>
          </p:cNvSpPr>
          <p:nvPr/>
        </p:nvSpPr>
        <p:spPr bwMode="auto">
          <a:xfrm>
            <a:off x="5408613" y="4946650"/>
            <a:ext cx="319087" cy="320675"/>
          </a:xfrm>
          <a:prstGeom prst="ellipse">
            <a:avLst/>
          </a:prstGeom>
          <a:solidFill>
            <a:schemeClr val="accent1"/>
          </a:solidFill>
          <a:ln w="57150">
            <a:solidFill>
              <a:schemeClr val="tx2"/>
            </a:solidFill>
            <a:round/>
            <a:headEnd/>
            <a:tailEnd/>
          </a:ln>
        </p:spPr>
        <p:txBody>
          <a:bodyPr wrap="none" lIns="0" tIns="0" rIns="0" anchor="ctr" anchorCtr="1"/>
          <a:lstStyle/>
          <a:p>
            <a:r>
              <a:rPr lang="en-US" sz="1800">
                <a:solidFill>
                  <a:schemeClr val="tx2"/>
                </a:solidFill>
                <a:latin typeface="Times New Roman" charset="0"/>
                <a:sym typeface="Symbol" charset="2"/>
              </a:rPr>
              <a:t>2</a:t>
            </a:r>
          </a:p>
        </p:txBody>
      </p:sp>
      <p:sp>
        <p:nvSpPr>
          <p:cNvPr id="31752" name="Oval 10"/>
          <p:cNvSpPr>
            <a:spLocks noChangeArrowheads="1"/>
          </p:cNvSpPr>
          <p:nvPr/>
        </p:nvSpPr>
        <p:spPr bwMode="auto">
          <a:xfrm>
            <a:off x="5995988" y="5441950"/>
            <a:ext cx="320675" cy="320675"/>
          </a:xfrm>
          <a:prstGeom prst="ellipse">
            <a:avLst/>
          </a:prstGeom>
          <a:solidFill>
            <a:schemeClr val="accent1"/>
          </a:solidFill>
          <a:ln w="57150">
            <a:solidFill>
              <a:schemeClr val="tx2"/>
            </a:solidFill>
            <a:round/>
            <a:headEnd/>
            <a:tailEnd/>
          </a:ln>
        </p:spPr>
        <p:txBody>
          <a:bodyPr wrap="none" lIns="0" tIns="0" rIns="0" anchor="ctr" anchorCtr="1"/>
          <a:lstStyle/>
          <a:p>
            <a:r>
              <a:rPr lang="en-US" sz="1800">
                <a:solidFill>
                  <a:schemeClr val="tx2"/>
                </a:solidFill>
                <a:latin typeface="Times New Roman" charset="0"/>
                <a:sym typeface="Symbol" charset="2"/>
              </a:rPr>
              <a:t>4</a:t>
            </a:r>
          </a:p>
        </p:txBody>
      </p:sp>
      <p:sp>
        <p:nvSpPr>
          <p:cNvPr id="31753" name="Rectangle 11"/>
          <p:cNvSpPr>
            <a:spLocks noChangeAspect="1" noChangeArrowheads="1"/>
          </p:cNvSpPr>
          <p:nvPr/>
        </p:nvSpPr>
        <p:spPr bwMode="auto">
          <a:xfrm>
            <a:off x="5748338" y="6018213"/>
            <a:ext cx="230187" cy="230187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sz="1800"/>
          </a:p>
        </p:txBody>
      </p:sp>
      <p:sp>
        <p:nvSpPr>
          <p:cNvPr id="31754" name="Rectangle 12"/>
          <p:cNvSpPr>
            <a:spLocks noChangeAspect="1" noChangeArrowheads="1"/>
          </p:cNvSpPr>
          <p:nvPr/>
        </p:nvSpPr>
        <p:spPr bwMode="auto">
          <a:xfrm>
            <a:off x="6334125" y="6018213"/>
            <a:ext cx="231775" cy="230187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sz="1800"/>
          </a:p>
        </p:txBody>
      </p:sp>
      <p:sp>
        <p:nvSpPr>
          <p:cNvPr id="31755" name="Rectangle 13"/>
          <p:cNvSpPr>
            <a:spLocks noChangeAspect="1" noChangeArrowheads="1"/>
          </p:cNvSpPr>
          <p:nvPr/>
        </p:nvSpPr>
        <p:spPr bwMode="auto">
          <a:xfrm>
            <a:off x="8304213" y="5486400"/>
            <a:ext cx="230187" cy="231775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sz="1800"/>
          </a:p>
        </p:txBody>
      </p:sp>
      <p:cxnSp>
        <p:nvCxnSpPr>
          <p:cNvPr id="31756" name="AutoShape 14"/>
          <p:cNvCxnSpPr>
            <a:cxnSpLocks noChangeShapeType="1"/>
            <a:stCxn id="31749" idx="3"/>
            <a:endCxn id="31751" idx="7"/>
          </p:cNvCxnSpPr>
          <p:nvPr/>
        </p:nvCxnSpPr>
        <p:spPr bwMode="auto">
          <a:xfrm flipH="1">
            <a:off x="5681663" y="4737100"/>
            <a:ext cx="727075" cy="228600"/>
          </a:xfrm>
          <a:prstGeom prst="straightConnector1">
            <a:avLst/>
          </a:prstGeom>
          <a:noFill/>
          <a:ln w="57150">
            <a:solidFill>
              <a:schemeClr val="tx2"/>
            </a:solidFill>
            <a:round/>
            <a:headEnd/>
            <a:tailEnd/>
          </a:ln>
        </p:spPr>
      </p:cxnSp>
      <p:cxnSp>
        <p:nvCxnSpPr>
          <p:cNvPr id="31757" name="AutoShape 15"/>
          <p:cNvCxnSpPr>
            <a:cxnSpLocks noChangeShapeType="1"/>
            <a:stCxn id="31750" idx="1"/>
            <a:endCxn id="31749" idx="5"/>
          </p:cNvCxnSpPr>
          <p:nvPr/>
        </p:nvCxnSpPr>
        <p:spPr bwMode="auto">
          <a:xfrm flipH="1" flipV="1">
            <a:off x="6634163" y="4737100"/>
            <a:ext cx="1184275" cy="2476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31758" name="AutoShape 16"/>
          <p:cNvCxnSpPr>
            <a:cxnSpLocks noChangeShapeType="1"/>
            <a:stCxn id="31755" idx="0"/>
            <a:endCxn id="31750" idx="5"/>
          </p:cNvCxnSpPr>
          <p:nvPr/>
        </p:nvCxnSpPr>
        <p:spPr bwMode="auto">
          <a:xfrm flipH="1" flipV="1">
            <a:off x="8045450" y="5229225"/>
            <a:ext cx="374650" cy="2476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31759" name="AutoShape 17"/>
          <p:cNvCxnSpPr>
            <a:cxnSpLocks noChangeShapeType="1"/>
            <a:stCxn id="31769" idx="7"/>
            <a:endCxn id="31750" idx="3"/>
          </p:cNvCxnSpPr>
          <p:nvPr/>
        </p:nvCxnSpPr>
        <p:spPr bwMode="auto">
          <a:xfrm flipV="1">
            <a:off x="7588250" y="5229225"/>
            <a:ext cx="230188" cy="2349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31760" name="AutoShape 18"/>
          <p:cNvCxnSpPr>
            <a:cxnSpLocks noChangeShapeType="1"/>
            <a:stCxn id="31754" idx="0"/>
            <a:endCxn id="31752" idx="5"/>
          </p:cNvCxnSpPr>
          <p:nvPr/>
        </p:nvCxnSpPr>
        <p:spPr bwMode="auto">
          <a:xfrm flipH="1" flipV="1">
            <a:off x="6269038" y="5743575"/>
            <a:ext cx="180975" cy="26511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31761" name="AutoShape 19"/>
          <p:cNvCxnSpPr>
            <a:cxnSpLocks noChangeShapeType="1"/>
            <a:stCxn id="31753" idx="0"/>
            <a:endCxn id="31752" idx="3"/>
          </p:cNvCxnSpPr>
          <p:nvPr/>
        </p:nvCxnSpPr>
        <p:spPr bwMode="auto">
          <a:xfrm flipV="1">
            <a:off x="5864225" y="5743575"/>
            <a:ext cx="179388" cy="26511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31762" name="AutoShape 20"/>
          <p:cNvCxnSpPr>
            <a:cxnSpLocks noChangeShapeType="1"/>
            <a:stCxn id="31764" idx="7"/>
            <a:endCxn id="31751" idx="3"/>
          </p:cNvCxnSpPr>
          <p:nvPr/>
        </p:nvCxnSpPr>
        <p:spPr bwMode="auto">
          <a:xfrm flipV="1">
            <a:off x="5094288" y="5248275"/>
            <a:ext cx="360362" cy="23177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31763" name="AutoShape 21"/>
          <p:cNvCxnSpPr>
            <a:cxnSpLocks noChangeShapeType="1"/>
            <a:stCxn id="31752" idx="1"/>
            <a:endCxn id="31751" idx="5"/>
          </p:cNvCxnSpPr>
          <p:nvPr/>
        </p:nvCxnSpPr>
        <p:spPr bwMode="auto">
          <a:xfrm flipH="1" flipV="1">
            <a:off x="5681663" y="5248275"/>
            <a:ext cx="361950" cy="212725"/>
          </a:xfrm>
          <a:prstGeom prst="straightConnector1">
            <a:avLst/>
          </a:prstGeom>
          <a:noFill/>
          <a:ln w="57150">
            <a:solidFill>
              <a:schemeClr val="tx2"/>
            </a:solidFill>
            <a:round/>
            <a:headEnd/>
            <a:tailEnd/>
          </a:ln>
        </p:spPr>
      </p:cxnSp>
      <p:sp>
        <p:nvSpPr>
          <p:cNvPr id="31764" name="Oval 22"/>
          <p:cNvSpPr>
            <a:spLocks noChangeArrowheads="1"/>
          </p:cNvSpPr>
          <p:nvPr/>
        </p:nvSpPr>
        <p:spPr bwMode="auto">
          <a:xfrm>
            <a:off x="4821238" y="5441950"/>
            <a:ext cx="319087" cy="320675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anchor="ctr" anchorCtr="1"/>
          <a:lstStyle/>
          <a:p>
            <a:r>
              <a:rPr lang="en-US" sz="1800">
                <a:solidFill>
                  <a:srgbClr val="000000"/>
                </a:solidFill>
                <a:latin typeface="Times New Roman" charset="0"/>
                <a:sym typeface="Symbol" charset="2"/>
              </a:rPr>
              <a:t>1</a:t>
            </a:r>
          </a:p>
        </p:txBody>
      </p:sp>
      <p:sp>
        <p:nvSpPr>
          <p:cNvPr id="31765" name="Rectangle 23"/>
          <p:cNvSpPr>
            <a:spLocks noChangeAspect="1" noChangeArrowheads="1"/>
          </p:cNvSpPr>
          <p:nvPr/>
        </p:nvSpPr>
        <p:spPr bwMode="auto">
          <a:xfrm>
            <a:off x="4572000" y="6018213"/>
            <a:ext cx="230188" cy="230187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sz="1800"/>
          </a:p>
        </p:txBody>
      </p:sp>
      <p:sp>
        <p:nvSpPr>
          <p:cNvPr id="31766" name="Rectangle 24"/>
          <p:cNvSpPr>
            <a:spLocks noChangeAspect="1" noChangeArrowheads="1"/>
          </p:cNvSpPr>
          <p:nvPr/>
        </p:nvSpPr>
        <p:spPr bwMode="auto">
          <a:xfrm>
            <a:off x="5159375" y="6018213"/>
            <a:ext cx="230188" cy="230187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sz="1800"/>
          </a:p>
        </p:txBody>
      </p:sp>
      <p:cxnSp>
        <p:nvCxnSpPr>
          <p:cNvPr id="31767" name="AutoShape 25"/>
          <p:cNvCxnSpPr>
            <a:cxnSpLocks noChangeShapeType="1"/>
            <a:stCxn id="31766" idx="0"/>
            <a:endCxn id="31764" idx="5"/>
          </p:cNvCxnSpPr>
          <p:nvPr/>
        </p:nvCxnSpPr>
        <p:spPr bwMode="auto">
          <a:xfrm flipH="1" flipV="1">
            <a:off x="5094288" y="5724525"/>
            <a:ext cx="180975" cy="2841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31768" name="AutoShape 26"/>
          <p:cNvCxnSpPr>
            <a:cxnSpLocks noChangeShapeType="1"/>
            <a:stCxn id="31765" idx="0"/>
            <a:endCxn id="31764" idx="3"/>
          </p:cNvCxnSpPr>
          <p:nvPr/>
        </p:nvCxnSpPr>
        <p:spPr bwMode="auto">
          <a:xfrm flipV="1">
            <a:off x="4687888" y="5724525"/>
            <a:ext cx="179387" cy="2841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</p:cxnSp>
      <p:sp>
        <p:nvSpPr>
          <p:cNvPr id="31769" name="Oval 27"/>
          <p:cNvSpPr>
            <a:spLocks noChangeArrowheads="1"/>
          </p:cNvSpPr>
          <p:nvPr/>
        </p:nvSpPr>
        <p:spPr bwMode="auto">
          <a:xfrm>
            <a:off x="7315200" y="5426075"/>
            <a:ext cx="320675" cy="320675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anchor="ctr" anchorCtr="1"/>
          <a:lstStyle/>
          <a:p>
            <a:r>
              <a:rPr lang="en-US" sz="1800">
                <a:solidFill>
                  <a:srgbClr val="000000"/>
                </a:solidFill>
                <a:latin typeface="Times New Roman" charset="0"/>
                <a:sym typeface="Symbol" charset="2"/>
              </a:rPr>
              <a:t>8</a:t>
            </a:r>
          </a:p>
        </p:txBody>
      </p:sp>
      <p:sp>
        <p:nvSpPr>
          <p:cNvPr id="31770" name="Rectangle 28"/>
          <p:cNvSpPr>
            <a:spLocks noChangeAspect="1" noChangeArrowheads="1"/>
          </p:cNvSpPr>
          <p:nvPr/>
        </p:nvSpPr>
        <p:spPr bwMode="auto">
          <a:xfrm>
            <a:off x="7031038" y="6018213"/>
            <a:ext cx="230187" cy="230187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sz="1800"/>
          </a:p>
        </p:txBody>
      </p:sp>
      <p:sp>
        <p:nvSpPr>
          <p:cNvPr id="31771" name="Rectangle 29"/>
          <p:cNvSpPr>
            <a:spLocks noChangeAspect="1" noChangeArrowheads="1"/>
          </p:cNvSpPr>
          <p:nvPr/>
        </p:nvSpPr>
        <p:spPr bwMode="auto">
          <a:xfrm>
            <a:off x="7616825" y="6018213"/>
            <a:ext cx="231775" cy="230187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sz="1800"/>
          </a:p>
        </p:txBody>
      </p:sp>
      <p:cxnSp>
        <p:nvCxnSpPr>
          <p:cNvPr id="31772" name="AutoShape 30"/>
          <p:cNvCxnSpPr>
            <a:cxnSpLocks noChangeShapeType="1"/>
            <a:stCxn id="31771" idx="0"/>
            <a:endCxn id="31769" idx="5"/>
          </p:cNvCxnSpPr>
          <p:nvPr/>
        </p:nvCxnSpPr>
        <p:spPr bwMode="auto">
          <a:xfrm flipH="1" flipV="1">
            <a:off x="7588250" y="5708650"/>
            <a:ext cx="144463" cy="3000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31773" name="AutoShape 31"/>
          <p:cNvCxnSpPr>
            <a:cxnSpLocks noChangeShapeType="1"/>
            <a:stCxn id="31770" idx="0"/>
            <a:endCxn id="31769" idx="3"/>
          </p:cNvCxnSpPr>
          <p:nvPr/>
        </p:nvCxnSpPr>
        <p:spPr bwMode="auto">
          <a:xfrm flipV="1">
            <a:off x="7146925" y="5708650"/>
            <a:ext cx="215900" cy="3000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</p:cxnSp>
      <p:sp>
        <p:nvSpPr>
          <p:cNvPr id="31774" name="Text Box 32"/>
          <p:cNvSpPr txBox="1">
            <a:spLocks noChangeArrowheads="1"/>
          </p:cNvSpPr>
          <p:nvPr/>
        </p:nvSpPr>
        <p:spPr bwMode="auto">
          <a:xfrm>
            <a:off x="5810250" y="4467225"/>
            <a:ext cx="323850" cy="396875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>
                <a:solidFill>
                  <a:schemeClr val="tx2"/>
                </a:solidFill>
                <a:latin typeface="Symbol" charset="2"/>
                <a:sym typeface="Symbol" charset="2"/>
              </a:rPr>
              <a:t>&lt;</a:t>
            </a:r>
          </a:p>
        </p:txBody>
      </p:sp>
      <p:sp>
        <p:nvSpPr>
          <p:cNvPr id="31775" name="Text Box 33"/>
          <p:cNvSpPr txBox="1">
            <a:spLocks noChangeArrowheads="1"/>
          </p:cNvSpPr>
          <p:nvPr/>
        </p:nvSpPr>
        <p:spPr bwMode="auto">
          <a:xfrm>
            <a:off x="5810250" y="5000625"/>
            <a:ext cx="323850" cy="396875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>
                <a:solidFill>
                  <a:schemeClr val="tx2"/>
                </a:solidFill>
                <a:latin typeface="Symbol" charset="2"/>
                <a:sym typeface="Symbol" charset="2"/>
              </a:rPr>
              <a:t>&gt;</a:t>
            </a:r>
          </a:p>
        </p:txBody>
      </p:sp>
      <p:sp>
        <p:nvSpPr>
          <p:cNvPr id="31776" name="Text Box 34"/>
          <p:cNvSpPr txBox="1">
            <a:spLocks noChangeArrowheads="1"/>
          </p:cNvSpPr>
          <p:nvPr/>
        </p:nvSpPr>
        <p:spPr bwMode="auto">
          <a:xfrm>
            <a:off x="6324600" y="5394325"/>
            <a:ext cx="323850" cy="396875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>
                <a:solidFill>
                  <a:schemeClr val="tx2"/>
                </a:solidFill>
                <a:latin typeface="Symbol" charset="2"/>
                <a:sym typeface="Symbol" charset="2"/>
              </a:rPr>
              <a:t>=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Insertion in a BST</a:t>
            </a:r>
            <a:endParaRPr lang="en-US" sz="4000" dirty="0" smtClean="0"/>
          </a:p>
        </p:txBody>
      </p:sp>
      <p:sp>
        <p:nvSpPr>
          <p:cNvPr id="33795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838200" y="1676400"/>
            <a:ext cx="3657600" cy="4648200"/>
          </a:xfrm>
        </p:spPr>
        <p:txBody>
          <a:bodyPr/>
          <a:lstStyle/>
          <a:p>
            <a:pPr>
              <a:buClrTx/>
              <a:buFont typeface="Times" charset="0"/>
              <a:buChar char="•"/>
            </a:pPr>
            <a:r>
              <a:rPr lang="en-US" sz="2000" dirty="0" smtClean="0"/>
              <a:t>To perform operation </a:t>
            </a:r>
            <a:r>
              <a:rPr lang="en-US" sz="2000" dirty="0" err="1" smtClean="0">
                <a:solidFill>
                  <a:schemeClr val="tx2"/>
                </a:solidFill>
              </a:rPr>
              <a:t>insertItem</a:t>
            </a:r>
            <a:r>
              <a:rPr lang="en-US" sz="2000" dirty="0" smtClean="0"/>
              <a:t>(k, o), we search for the position to insert key k using </a:t>
            </a:r>
            <a:r>
              <a:rPr lang="en-US" sz="2000" i="1" dirty="0" err="1" smtClean="0"/>
              <a:t>TreeSearch</a:t>
            </a:r>
            <a:r>
              <a:rPr lang="en-US" sz="2000" i="1" dirty="0" smtClean="0"/>
              <a:t>(k, </a:t>
            </a:r>
            <a:r>
              <a:rPr lang="en-US" sz="2000" i="1" dirty="0" err="1" smtClean="0"/>
              <a:t>T.root</a:t>
            </a:r>
            <a:r>
              <a:rPr lang="en-US" sz="2000" i="1" dirty="0" smtClean="0"/>
              <a:t>())</a:t>
            </a:r>
          </a:p>
          <a:p>
            <a:pPr>
              <a:buClrTx/>
              <a:buFont typeface="Times" charset="0"/>
              <a:buChar char="•"/>
            </a:pPr>
            <a:r>
              <a:rPr lang="en-US" sz="2000" dirty="0" smtClean="0"/>
              <a:t>let w be the leaf reached by the search</a:t>
            </a:r>
          </a:p>
          <a:p>
            <a:pPr>
              <a:buClrTx/>
              <a:buFont typeface="Times" charset="0"/>
              <a:buChar char="•"/>
            </a:pPr>
            <a:r>
              <a:rPr lang="en-US" sz="2000" dirty="0" smtClean="0"/>
              <a:t>If w is an external node ( no item with key k is stored in T)We insert k at node w and expand w into an internal node</a:t>
            </a:r>
          </a:p>
          <a:p>
            <a:pPr>
              <a:buClrTx/>
              <a:buFont typeface="Times" charset="0"/>
              <a:buChar char="•"/>
            </a:pPr>
            <a:r>
              <a:rPr lang="en-US" sz="2000" dirty="0" smtClean="0"/>
              <a:t>Example: insert 5 </a:t>
            </a:r>
          </a:p>
          <a:p>
            <a:pPr>
              <a:buClrTx/>
              <a:buFont typeface="Times" charset="0"/>
              <a:buChar char="•"/>
            </a:pPr>
            <a:r>
              <a:rPr lang="en-US" sz="2000" dirty="0" smtClean="0"/>
              <a:t>If w is an internal node(another item with key k is stored), call </a:t>
            </a:r>
            <a:r>
              <a:rPr lang="en-US" sz="2000" dirty="0" err="1" smtClean="0"/>
              <a:t>TreeSearch</a:t>
            </a:r>
            <a:r>
              <a:rPr lang="en-US" sz="2000" dirty="0" smtClean="0"/>
              <a:t>(T, </a:t>
            </a:r>
            <a:r>
              <a:rPr lang="en-US" sz="2000" dirty="0" err="1" smtClean="0"/>
              <a:t>rightChild</a:t>
            </a:r>
            <a:r>
              <a:rPr lang="en-US" sz="2000" dirty="0" smtClean="0"/>
              <a:t>(w))</a:t>
            </a:r>
          </a:p>
          <a:p>
            <a:pPr>
              <a:buClrTx/>
              <a:buFont typeface="Times" charset="0"/>
              <a:buChar char="•"/>
            </a:pPr>
            <a:endParaRPr lang="en-US" sz="2000" dirty="0" smtClean="0"/>
          </a:p>
        </p:txBody>
      </p:sp>
      <p:sp>
        <p:nvSpPr>
          <p:cNvPr id="33796" name="Oval 4"/>
          <p:cNvSpPr>
            <a:spLocks noChangeArrowheads="1"/>
          </p:cNvSpPr>
          <p:nvPr/>
        </p:nvSpPr>
        <p:spPr bwMode="auto">
          <a:xfrm>
            <a:off x="6765925" y="3886200"/>
            <a:ext cx="320675" cy="319088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anchor="ctr" anchorCtr="1"/>
          <a:lstStyle/>
          <a:p>
            <a:r>
              <a:rPr lang="en-US" sz="1800">
                <a:solidFill>
                  <a:srgbClr val="000000"/>
                </a:solidFill>
                <a:latin typeface="Times New Roman" charset="0"/>
                <a:sym typeface="Symbol" charset="2"/>
              </a:rPr>
              <a:t>6</a:t>
            </a:r>
          </a:p>
        </p:txBody>
      </p:sp>
      <p:sp>
        <p:nvSpPr>
          <p:cNvPr id="33797" name="Oval 5"/>
          <p:cNvSpPr>
            <a:spLocks noChangeArrowheads="1"/>
          </p:cNvSpPr>
          <p:nvPr/>
        </p:nvSpPr>
        <p:spPr bwMode="auto">
          <a:xfrm>
            <a:off x="7964488" y="4397375"/>
            <a:ext cx="319087" cy="320675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anchor="ctr" anchorCtr="1"/>
          <a:lstStyle/>
          <a:p>
            <a:r>
              <a:rPr lang="en-US" sz="1800">
                <a:solidFill>
                  <a:srgbClr val="000000"/>
                </a:solidFill>
                <a:latin typeface="Times New Roman" charset="0"/>
                <a:sym typeface="Symbol" charset="2"/>
              </a:rPr>
              <a:t>9</a:t>
            </a:r>
          </a:p>
        </p:txBody>
      </p:sp>
      <p:sp>
        <p:nvSpPr>
          <p:cNvPr id="33798" name="Oval 6"/>
          <p:cNvSpPr>
            <a:spLocks noChangeArrowheads="1"/>
          </p:cNvSpPr>
          <p:nvPr/>
        </p:nvSpPr>
        <p:spPr bwMode="auto">
          <a:xfrm>
            <a:off x="5408613" y="4397375"/>
            <a:ext cx="319087" cy="320675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anchor="ctr" anchorCtr="1"/>
          <a:lstStyle/>
          <a:p>
            <a:r>
              <a:rPr lang="en-US" sz="1800">
                <a:solidFill>
                  <a:srgbClr val="000000"/>
                </a:solidFill>
                <a:latin typeface="Times New Roman" charset="0"/>
                <a:sym typeface="Symbol" charset="2"/>
              </a:rPr>
              <a:t>2</a:t>
            </a:r>
          </a:p>
        </p:txBody>
      </p:sp>
      <p:sp>
        <p:nvSpPr>
          <p:cNvPr id="33799" name="Oval 7"/>
          <p:cNvSpPr>
            <a:spLocks noChangeArrowheads="1"/>
          </p:cNvSpPr>
          <p:nvPr/>
        </p:nvSpPr>
        <p:spPr bwMode="auto">
          <a:xfrm>
            <a:off x="5995988" y="4892675"/>
            <a:ext cx="320675" cy="320675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anchor="ctr" anchorCtr="1"/>
          <a:lstStyle/>
          <a:p>
            <a:r>
              <a:rPr lang="en-US" sz="1800">
                <a:solidFill>
                  <a:srgbClr val="000000"/>
                </a:solidFill>
                <a:latin typeface="Times New Roman" charset="0"/>
                <a:sym typeface="Symbol" charset="2"/>
              </a:rPr>
              <a:t>4</a:t>
            </a:r>
          </a:p>
        </p:txBody>
      </p:sp>
      <p:sp>
        <p:nvSpPr>
          <p:cNvPr id="33800" name="Rectangle 8"/>
          <p:cNvSpPr>
            <a:spLocks noChangeAspect="1" noChangeArrowheads="1"/>
          </p:cNvSpPr>
          <p:nvPr/>
        </p:nvSpPr>
        <p:spPr bwMode="auto">
          <a:xfrm>
            <a:off x="5748338" y="5468938"/>
            <a:ext cx="230187" cy="230187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sz="1800"/>
          </a:p>
        </p:txBody>
      </p:sp>
      <p:sp>
        <p:nvSpPr>
          <p:cNvPr id="33801" name="Rectangle 10"/>
          <p:cNvSpPr>
            <a:spLocks noChangeAspect="1" noChangeArrowheads="1"/>
          </p:cNvSpPr>
          <p:nvPr/>
        </p:nvSpPr>
        <p:spPr bwMode="auto">
          <a:xfrm>
            <a:off x="8496300" y="4937125"/>
            <a:ext cx="230188" cy="231775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sz="1800"/>
          </a:p>
        </p:txBody>
      </p:sp>
      <p:cxnSp>
        <p:nvCxnSpPr>
          <p:cNvPr id="33802" name="AutoShape 11"/>
          <p:cNvCxnSpPr>
            <a:cxnSpLocks noChangeShapeType="1"/>
            <a:stCxn id="33796" idx="3"/>
            <a:endCxn id="33798" idx="7"/>
          </p:cNvCxnSpPr>
          <p:nvPr/>
        </p:nvCxnSpPr>
        <p:spPr bwMode="auto">
          <a:xfrm flipH="1">
            <a:off x="5681663" y="4168775"/>
            <a:ext cx="1131887" cy="26670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33803" name="AutoShape 12"/>
          <p:cNvCxnSpPr>
            <a:cxnSpLocks noChangeShapeType="1"/>
            <a:stCxn id="33797" idx="1"/>
            <a:endCxn id="33796" idx="5"/>
          </p:cNvCxnSpPr>
          <p:nvPr/>
        </p:nvCxnSpPr>
        <p:spPr bwMode="auto">
          <a:xfrm flipH="1" flipV="1">
            <a:off x="7038975" y="4168775"/>
            <a:ext cx="971550" cy="26670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33804" name="AutoShape 13"/>
          <p:cNvCxnSpPr>
            <a:cxnSpLocks noChangeShapeType="1"/>
            <a:stCxn id="33801" idx="0"/>
            <a:endCxn id="33797" idx="5"/>
          </p:cNvCxnSpPr>
          <p:nvPr/>
        </p:nvCxnSpPr>
        <p:spPr bwMode="auto">
          <a:xfrm flipH="1" flipV="1">
            <a:off x="8237538" y="4679950"/>
            <a:ext cx="374650" cy="2476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33805" name="AutoShape 14"/>
          <p:cNvCxnSpPr>
            <a:cxnSpLocks noChangeShapeType="1"/>
            <a:stCxn id="33815" idx="7"/>
            <a:endCxn id="33797" idx="3"/>
          </p:cNvCxnSpPr>
          <p:nvPr/>
        </p:nvCxnSpPr>
        <p:spPr bwMode="auto">
          <a:xfrm flipV="1">
            <a:off x="7743825" y="4679950"/>
            <a:ext cx="266700" cy="25082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33806" name="AutoShape 15"/>
          <p:cNvCxnSpPr>
            <a:cxnSpLocks noChangeShapeType="1"/>
            <a:stCxn id="33845" idx="1"/>
            <a:endCxn id="33799" idx="5"/>
          </p:cNvCxnSpPr>
          <p:nvPr/>
        </p:nvCxnSpPr>
        <p:spPr bwMode="auto">
          <a:xfrm flipH="1" flipV="1">
            <a:off x="6269038" y="5175250"/>
            <a:ext cx="198437" cy="25400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33807" name="AutoShape 16"/>
          <p:cNvCxnSpPr>
            <a:cxnSpLocks noChangeShapeType="1"/>
            <a:stCxn id="33800" idx="0"/>
            <a:endCxn id="33799" idx="3"/>
          </p:cNvCxnSpPr>
          <p:nvPr/>
        </p:nvCxnSpPr>
        <p:spPr bwMode="auto">
          <a:xfrm flipV="1">
            <a:off x="5864225" y="5175250"/>
            <a:ext cx="179388" cy="2841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33808" name="AutoShape 17"/>
          <p:cNvCxnSpPr>
            <a:cxnSpLocks noChangeShapeType="1"/>
            <a:stCxn id="33810" idx="7"/>
            <a:endCxn id="33798" idx="3"/>
          </p:cNvCxnSpPr>
          <p:nvPr/>
        </p:nvCxnSpPr>
        <p:spPr bwMode="auto">
          <a:xfrm flipV="1">
            <a:off x="5094288" y="4679950"/>
            <a:ext cx="360362" cy="25082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33809" name="AutoShape 18"/>
          <p:cNvCxnSpPr>
            <a:cxnSpLocks noChangeShapeType="1"/>
            <a:stCxn id="33799" idx="1"/>
            <a:endCxn id="33798" idx="5"/>
          </p:cNvCxnSpPr>
          <p:nvPr/>
        </p:nvCxnSpPr>
        <p:spPr bwMode="auto">
          <a:xfrm flipH="1" flipV="1">
            <a:off x="5681663" y="4679950"/>
            <a:ext cx="361950" cy="25082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</p:cxnSp>
      <p:sp>
        <p:nvSpPr>
          <p:cNvPr id="33810" name="Oval 19"/>
          <p:cNvSpPr>
            <a:spLocks noChangeArrowheads="1"/>
          </p:cNvSpPr>
          <p:nvPr/>
        </p:nvSpPr>
        <p:spPr bwMode="auto">
          <a:xfrm>
            <a:off x="4821238" y="4892675"/>
            <a:ext cx="319087" cy="320675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anchor="ctr" anchorCtr="1"/>
          <a:lstStyle/>
          <a:p>
            <a:r>
              <a:rPr lang="en-US" sz="1800">
                <a:solidFill>
                  <a:srgbClr val="000000"/>
                </a:solidFill>
                <a:latin typeface="Times New Roman" charset="0"/>
                <a:sym typeface="Symbol" charset="2"/>
              </a:rPr>
              <a:t>1</a:t>
            </a:r>
          </a:p>
        </p:txBody>
      </p:sp>
      <p:sp>
        <p:nvSpPr>
          <p:cNvPr id="33811" name="Rectangle 20"/>
          <p:cNvSpPr>
            <a:spLocks noChangeAspect="1" noChangeArrowheads="1"/>
          </p:cNvSpPr>
          <p:nvPr/>
        </p:nvSpPr>
        <p:spPr bwMode="auto">
          <a:xfrm>
            <a:off x="4572000" y="5468938"/>
            <a:ext cx="230188" cy="230187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sz="1800"/>
          </a:p>
        </p:txBody>
      </p:sp>
      <p:sp>
        <p:nvSpPr>
          <p:cNvPr id="33812" name="Rectangle 21"/>
          <p:cNvSpPr>
            <a:spLocks noChangeAspect="1" noChangeArrowheads="1"/>
          </p:cNvSpPr>
          <p:nvPr/>
        </p:nvSpPr>
        <p:spPr bwMode="auto">
          <a:xfrm>
            <a:off x="5159375" y="5468938"/>
            <a:ext cx="230188" cy="230187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sz="1800"/>
          </a:p>
        </p:txBody>
      </p:sp>
      <p:cxnSp>
        <p:nvCxnSpPr>
          <p:cNvPr id="33813" name="AutoShape 22"/>
          <p:cNvCxnSpPr>
            <a:cxnSpLocks noChangeShapeType="1"/>
            <a:stCxn id="33812" idx="0"/>
            <a:endCxn id="33810" idx="5"/>
          </p:cNvCxnSpPr>
          <p:nvPr/>
        </p:nvCxnSpPr>
        <p:spPr bwMode="auto">
          <a:xfrm flipH="1" flipV="1">
            <a:off x="5094288" y="5175250"/>
            <a:ext cx="180975" cy="2841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33814" name="AutoShape 23"/>
          <p:cNvCxnSpPr>
            <a:cxnSpLocks noChangeShapeType="1"/>
            <a:stCxn id="33811" idx="0"/>
            <a:endCxn id="33810" idx="3"/>
          </p:cNvCxnSpPr>
          <p:nvPr/>
        </p:nvCxnSpPr>
        <p:spPr bwMode="auto">
          <a:xfrm flipV="1">
            <a:off x="4687888" y="5175250"/>
            <a:ext cx="179387" cy="2841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</p:cxnSp>
      <p:sp>
        <p:nvSpPr>
          <p:cNvPr id="33815" name="Oval 24"/>
          <p:cNvSpPr>
            <a:spLocks noChangeArrowheads="1"/>
          </p:cNvSpPr>
          <p:nvPr/>
        </p:nvSpPr>
        <p:spPr bwMode="auto">
          <a:xfrm>
            <a:off x="7470775" y="4892675"/>
            <a:ext cx="320675" cy="320675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anchor="ctr" anchorCtr="1"/>
          <a:lstStyle/>
          <a:p>
            <a:r>
              <a:rPr lang="en-US" sz="1800">
                <a:solidFill>
                  <a:srgbClr val="000000"/>
                </a:solidFill>
                <a:latin typeface="Times New Roman" charset="0"/>
                <a:sym typeface="Symbol" charset="2"/>
              </a:rPr>
              <a:t>8</a:t>
            </a:r>
          </a:p>
        </p:txBody>
      </p:sp>
      <p:sp>
        <p:nvSpPr>
          <p:cNvPr id="33816" name="Rectangle 25"/>
          <p:cNvSpPr>
            <a:spLocks noChangeAspect="1" noChangeArrowheads="1"/>
          </p:cNvSpPr>
          <p:nvPr/>
        </p:nvSpPr>
        <p:spPr bwMode="auto">
          <a:xfrm>
            <a:off x="7223125" y="5468938"/>
            <a:ext cx="230188" cy="230187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sz="1800"/>
          </a:p>
        </p:txBody>
      </p:sp>
      <p:sp>
        <p:nvSpPr>
          <p:cNvPr id="33817" name="Rectangle 26"/>
          <p:cNvSpPr>
            <a:spLocks noChangeAspect="1" noChangeArrowheads="1"/>
          </p:cNvSpPr>
          <p:nvPr/>
        </p:nvSpPr>
        <p:spPr bwMode="auto">
          <a:xfrm>
            <a:off x="7808913" y="5468938"/>
            <a:ext cx="231775" cy="230187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sz="1800"/>
          </a:p>
        </p:txBody>
      </p:sp>
      <p:cxnSp>
        <p:nvCxnSpPr>
          <p:cNvPr id="33818" name="AutoShape 27"/>
          <p:cNvCxnSpPr>
            <a:cxnSpLocks noChangeShapeType="1"/>
            <a:stCxn id="33817" idx="0"/>
            <a:endCxn id="33815" idx="5"/>
          </p:cNvCxnSpPr>
          <p:nvPr/>
        </p:nvCxnSpPr>
        <p:spPr bwMode="auto">
          <a:xfrm flipH="1" flipV="1">
            <a:off x="7743825" y="5175250"/>
            <a:ext cx="180975" cy="2841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33819" name="AutoShape 28"/>
          <p:cNvCxnSpPr>
            <a:cxnSpLocks noChangeShapeType="1"/>
            <a:stCxn id="33816" idx="0"/>
            <a:endCxn id="33815" idx="3"/>
          </p:cNvCxnSpPr>
          <p:nvPr/>
        </p:nvCxnSpPr>
        <p:spPr bwMode="auto">
          <a:xfrm flipV="1">
            <a:off x="7339013" y="5175250"/>
            <a:ext cx="179387" cy="2841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</p:cxnSp>
      <p:sp>
        <p:nvSpPr>
          <p:cNvPr id="33820" name="Oval 34"/>
          <p:cNvSpPr>
            <a:spLocks noChangeArrowheads="1"/>
          </p:cNvSpPr>
          <p:nvPr/>
        </p:nvSpPr>
        <p:spPr bwMode="auto">
          <a:xfrm>
            <a:off x="6553200" y="1524000"/>
            <a:ext cx="320675" cy="319088"/>
          </a:xfrm>
          <a:prstGeom prst="ellipse">
            <a:avLst/>
          </a:prstGeom>
          <a:solidFill>
            <a:schemeClr val="accent1"/>
          </a:solidFill>
          <a:ln w="57150">
            <a:solidFill>
              <a:schemeClr val="tx2"/>
            </a:solidFill>
            <a:round/>
            <a:headEnd/>
            <a:tailEnd/>
          </a:ln>
        </p:spPr>
        <p:txBody>
          <a:bodyPr wrap="none" lIns="0" tIns="0" rIns="0" anchor="ctr" anchorCtr="1"/>
          <a:lstStyle/>
          <a:p>
            <a:r>
              <a:rPr lang="en-US" sz="1800">
                <a:solidFill>
                  <a:schemeClr val="tx2"/>
                </a:solidFill>
                <a:latin typeface="Times New Roman" charset="0"/>
                <a:sym typeface="Symbol" charset="2"/>
              </a:rPr>
              <a:t>6</a:t>
            </a:r>
          </a:p>
        </p:txBody>
      </p:sp>
      <p:sp>
        <p:nvSpPr>
          <p:cNvPr id="33821" name="Oval 35"/>
          <p:cNvSpPr>
            <a:spLocks noChangeArrowheads="1"/>
          </p:cNvSpPr>
          <p:nvPr/>
        </p:nvSpPr>
        <p:spPr bwMode="auto">
          <a:xfrm>
            <a:off x="7964488" y="2035175"/>
            <a:ext cx="319087" cy="320675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anchor="ctr" anchorCtr="1"/>
          <a:lstStyle/>
          <a:p>
            <a:r>
              <a:rPr lang="en-US" sz="1800">
                <a:solidFill>
                  <a:srgbClr val="000000"/>
                </a:solidFill>
                <a:latin typeface="Times New Roman" charset="0"/>
                <a:sym typeface="Symbol" charset="2"/>
              </a:rPr>
              <a:t>9</a:t>
            </a:r>
          </a:p>
        </p:txBody>
      </p:sp>
      <p:sp>
        <p:nvSpPr>
          <p:cNvPr id="33822" name="Oval 36"/>
          <p:cNvSpPr>
            <a:spLocks noChangeArrowheads="1"/>
          </p:cNvSpPr>
          <p:nvPr/>
        </p:nvSpPr>
        <p:spPr bwMode="auto">
          <a:xfrm>
            <a:off x="5600700" y="2035175"/>
            <a:ext cx="319088" cy="320675"/>
          </a:xfrm>
          <a:prstGeom prst="ellipse">
            <a:avLst/>
          </a:prstGeom>
          <a:solidFill>
            <a:schemeClr val="accent1"/>
          </a:solidFill>
          <a:ln w="57150">
            <a:solidFill>
              <a:schemeClr val="tx2"/>
            </a:solidFill>
            <a:round/>
            <a:headEnd/>
            <a:tailEnd/>
          </a:ln>
        </p:spPr>
        <p:txBody>
          <a:bodyPr wrap="none" lIns="0" tIns="0" rIns="0" anchor="ctr" anchorCtr="1"/>
          <a:lstStyle/>
          <a:p>
            <a:r>
              <a:rPr lang="en-US" sz="1800">
                <a:solidFill>
                  <a:schemeClr val="tx2"/>
                </a:solidFill>
                <a:latin typeface="Times New Roman" charset="0"/>
                <a:sym typeface="Symbol" charset="2"/>
              </a:rPr>
              <a:t>2</a:t>
            </a:r>
          </a:p>
        </p:txBody>
      </p:sp>
      <p:sp>
        <p:nvSpPr>
          <p:cNvPr id="33823" name="Oval 37"/>
          <p:cNvSpPr>
            <a:spLocks noChangeArrowheads="1"/>
          </p:cNvSpPr>
          <p:nvPr/>
        </p:nvSpPr>
        <p:spPr bwMode="auto">
          <a:xfrm>
            <a:off x="6188075" y="2530475"/>
            <a:ext cx="320675" cy="320675"/>
          </a:xfrm>
          <a:prstGeom prst="ellipse">
            <a:avLst/>
          </a:prstGeom>
          <a:solidFill>
            <a:schemeClr val="accent1"/>
          </a:solidFill>
          <a:ln w="57150">
            <a:solidFill>
              <a:schemeClr val="tx2"/>
            </a:solidFill>
            <a:round/>
            <a:headEnd/>
            <a:tailEnd/>
          </a:ln>
        </p:spPr>
        <p:txBody>
          <a:bodyPr wrap="none" lIns="0" tIns="0" rIns="0" anchor="ctr" anchorCtr="1"/>
          <a:lstStyle/>
          <a:p>
            <a:r>
              <a:rPr lang="en-US" sz="1800">
                <a:solidFill>
                  <a:schemeClr val="tx2"/>
                </a:solidFill>
                <a:latin typeface="Times New Roman" charset="0"/>
                <a:sym typeface="Symbol" charset="2"/>
              </a:rPr>
              <a:t>4</a:t>
            </a:r>
          </a:p>
        </p:txBody>
      </p:sp>
      <p:sp>
        <p:nvSpPr>
          <p:cNvPr id="33824" name="Rectangle 38"/>
          <p:cNvSpPr>
            <a:spLocks noChangeAspect="1" noChangeArrowheads="1"/>
          </p:cNvSpPr>
          <p:nvPr/>
        </p:nvSpPr>
        <p:spPr bwMode="auto">
          <a:xfrm>
            <a:off x="5940425" y="3106738"/>
            <a:ext cx="230188" cy="230187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sz="1800"/>
          </a:p>
        </p:txBody>
      </p:sp>
      <p:sp>
        <p:nvSpPr>
          <p:cNvPr id="33825" name="Rectangle 39"/>
          <p:cNvSpPr>
            <a:spLocks noChangeAspect="1" noChangeArrowheads="1"/>
          </p:cNvSpPr>
          <p:nvPr/>
        </p:nvSpPr>
        <p:spPr bwMode="auto">
          <a:xfrm>
            <a:off x="6526213" y="3106738"/>
            <a:ext cx="231775" cy="230187"/>
          </a:xfrm>
          <a:prstGeom prst="rect">
            <a:avLst/>
          </a:prstGeom>
          <a:solidFill>
            <a:schemeClr val="folHlink"/>
          </a:solidFill>
          <a:ln w="57150">
            <a:solidFill>
              <a:schemeClr val="tx2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sz="1800">
              <a:solidFill>
                <a:schemeClr val="tx2"/>
              </a:solidFill>
            </a:endParaRPr>
          </a:p>
        </p:txBody>
      </p:sp>
      <p:sp>
        <p:nvSpPr>
          <p:cNvPr id="33826" name="Rectangle 40"/>
          <p:cNvSpPr>
            <a:spLocks noChangeAspect="1" noChangeArrowheads="1"/>
          </p:cNvSpPr>
          <p:nvPr/>
        </p:nvSpPr>
        <p:spPr bwMode="auto">
          <a:xfrm>
            <a:off x="8496300" y="2574925"/>
            <a:ext cx="230188" cy="231775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sz="1800"/>
          </a:p>
        </p:txBody>
      </p:sp>
      <p:cxnSp>
        <p:nvCxnSpPr>
          <p:cNvPr id="33827" name="AutoShape 41"/>
          <p:cNvCxnSpPr>
            <a:cxnSpLocks noChangeShapeType="1"/>
            <a:stCxn id="33820" idx="3"/>
            <a:endCxn id="33822" idx="7"/>
          </p:cNvCxnSpPr>
          <p:nvPr/>
        </p:nvCxnSpPr>
        <p:spPr bwMode="auto">
          <a:xfrm flipH="1">
            <a:off x="5873750" y="1825625"/>
            <a:ext cx="727075" cy="228600"/>
          </a:xfrm>
          <a:prstGeom prst="straightConnector1">
            <a:avLst/>
          </a:prstGeom>
          <a:noFill/>
          <a:ln w="57150">
            <a:solidFill>
              <a:schemeClr val="tx2"/>
            </a:solidFill>
            <a:round/>
            <a:headEnd/>
            <a:tailEnd/>
          </a:ln>
        </p:spPr>
      </p:cxnSp>
      <p:cxnSp>
        <p:nvCxnSpPr>
          <p:cNvPr id="33828" name="AutoShape 42"/>
          <p:cNvCxnSpPr>
            <a:cxnSpLocks noChangeShapeType="1"/>
            <a:stCxn id="33821" idx="1"/>
            <a:endCxn id="33820" idx="5"/>
          </p:cNvCxnSpPr>
          <p:nvPr/>
        </p:nvCxnSpPr>
        <p:spPr bwMode="auto">
          <a:xfrm flipH="1" flipV="1">
            <a:off x="6826250" y="1825625"/>
            <a:ext cx="1184275" cy="2476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33829" name="AutoShape 43"/>
          <p:cNvCxnSpPr>
            <a:cxnSpLocks noChangeShapeType="1"/>
            <a:stCxn id="33826" idx="0"/>
            <a:endCxn id="33821" idx="5"/>
          </p:cNvCxnSpPr>
          <p:nvPr/>
        </p:nvCxnSpPr>
        <p:spPr bwMode="auto">
          <a:xfrm flipH="1" flipV="1">
            <a:off x="8237538" y="2317750"/>
            <a:ext cx="374650" cy="2476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33830" name="AutoShape 44"/>
          <p:cNvCxnSpPr>
            <a:cxnSpLocks noChangeShapeType="1"/>
            <a:stCxn id="33840" idx="7"/>
            <a:endCxn id="33821" idx="3"/>
          </p:cNvCxnSpPr>
          <p:nvPr/>
        </p:nvCxnSpPr>
        <p:spPr bwMode="auto">
          <a:xfrm flipV="1">
            <a:off x="7743825" y="2317750"/>
            <a:ext cx="266700" cy="25082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33831" name="AutoShape 45"/>
          <p:cNvCxnSpPr>
            <a:cxnSpLocks noChangeShapeType="1"/>
            <a:stCxn id="33825" idx="0"/>
            <a:endCxn id="33823" idx="5"/>
          </p:cNvCxnSpPr>
          <p:nvPr/>
        </p:nvCxnSpPr>
        <p:spPr bwMode="auto">
          <a:xfrm flipH="1" flipV="1">
            <a:off x="6461125" y="2832100"/>
            <a:ext cx="180975" cy="246063"/>
          </a:xfrm>
          <a:prstGeom prst="straightConnector1">
            <a:avLst/>
          </a:prstGeom>
          <a:noFill/>
          <a:ln w="57150">
            <a:solidFill>
              <a:schemeClr val="tx2"/>
            </a:solidFill>
            <a:round/>
            <a:headEnd/>
            <a:tailEnd/>
          </a:ln>
        </p:spPr>
      </p:cxnSp>
      <p:cxnSp>
        <p:nvCxnSpPr>
          <p:cNvPr id="33832" name="AutoShape 46"/>
          <p:cNvCxnSpPr>
            <a:cxnSpLocks noChangeShapeType="1"/>
            <a:stCxn id="33824" idx="0"/>
            <a:endCxn id="33823" idx="3"/>
          </p:cNvCxnSpPr>
          <p:nvPr/>
        </p:nvCxnSpPr>
        <p:spPr bwMode="auto">
          <a:xfrm flipV="1">
            <a:off x="6056313" y="2832100"/>
            <a:ext cx="179387" cy="26511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33833" name="AutoShape 47"/>
          <p:cNvCxnSpPr>
            <a:cxnSpLocks noChangeShapeType="1"/>
            <a:stCxn id="33835" idx="7"/>
            <a:endCxn id="33822" idx="3"/>
          </p:cNvCxnSpPr>
          <p:nvPr/>
        </p:nvCxnSpPr>
        <p:spPr bwMode="auto">
          <a:xfrm flipV="1">
            <a:off x="5286375" y="2336800"/>
            <a:ext cx="360363" cy="23177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33834" name="AutoShape 48"/>
          <p:cNvCxnSpPr>
            <a:cxnSpLocks noChangeShapeType="1"/>
            <a:stCxn id="33823" idx="1"/>
            <a:endCxn id="33822" idx="5"/>
          </p:cNvCxnSpPr>
          <p:nvPr/>
        </p:nvCxnSpPr>
        <p:spPr bwMode="auto">
          <a:xfrm flipH="1" flipV="1">
            <a:off x="5873750" y="2336800"/>
            <a:ext cx="361950" cy="212725"/>
          </a:xfrm>
          <a:prstGeom prst="straightConnector1">
            <a:avLst/>
          </a:prstGeom>
          <a:noFill/>
          <a:ln w="57150">
            <a:solidFill>
              <a:schemeClr val="tx2"/>
            </a:solidFill>
            <a:round/>
            <a:headEnd/>
            <a:tailEnd/>
          </a:ln>
        </p:spPr>
      </p:cxnSp>
      <p:sp>
        <p:nvSpPr>
          <p:cNvPr id="33835" name="Oval 49"/>
          <p:cNvSpPr>
            <a:spLocks noChangeArrowheads="1"/>
          </p:cNvSpPr>
          <p:nvPr/>
        </p:nvSpPr>
        <p:spPr bwMode="auto">
          <a:xfrm>
            <a:off x="5013325" y="2530475"/>
            <a:ext cx="319088" cy="320675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anchor="ctr" anchorCtr="1"/>
          <a:lstStyle/>
          <a:p>
            <a:r>
              <a:rPr lang="en-US" sz="1800">
                <a:solidFill>
                  <a:srgbClr val="000000"/>
                </a:solidFill>
                <a:latin typeface="Times New Roman" charset="0"/>
                <a:sym typeface="Symbol" charset="2"/>
              </a:rPr>
              <a:t>1</a:t>
            </a:r>
          </a:p>
        </p:txBody>
      </p:sp>
      <p:sp>
        <p:nvSpPr>
          <p:cNvPr id="33836" name="Rectangle 50"/>
          <p:cNvSpPr>
            <a:spLocks noChangeAspect="1" noChangeArrowheads="1"/>
          </p:cNvSpPr>
          <p:nvPr/>
        </p:nvSpPr>
        <p:spPr bwMode="auto">
          <a:xfrm>
            <a:off x="4764088" y="3106738"/>
            <a:ext cx="230187" cy="230187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sz="1800"/>
          </a:p>
        </p:txBody>
      </p:sp>
      <p:sp>
        <p:nvSpPr>
          <p:cNvPr id="33837" name="Rectangle 51"/>
          <p:cNvSpPr>
            <a:spLocks noChangeAspect="1" noChangeArrowheads="1"/>
          </p:cNvSpPr>
          <p:nvPr/>
        </p:nvSpPr>
        <p:spPr bwMode="auto">
          <a:xfrm>
            <a:off x="5351463" y="3106738"/>
            <a:ext cx="230187" cy="230187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sz="1800"/>
          </a:p>
        </p:txBody>
      </p:sp>
      <p:cxnSp>
        <p:nvCxnSpPr>
          <p:cNvPr id="33838" name="AutoShape 52"/>
          <p:cNvCxnSpPr>
            <a:cxnSpLocks noChangeShapeType="1"/>
            <a:stCxn id="33837" idx="0"/>
            <a:endCxn id="33835" idx="5"/>
          </p:cNvCxnSpPr>
          <p:nvPr/>
        </p:nvCxnSpPr>
        <p:spPr bwMode="auto">
          <a:xfrm flipH="1" flipV="1">
            <a:off x="5286375" y="2813050"/>
            <a:ext cx="180975" cy="2841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33839" name="AutoShape 53"/>
          <p:cNvCxnSpPr>
            <a:cxnSpLocks noChangeShapeType="1"/>
            <a:stCxn id="33836" idx="0"/>
            <a:endCxn id="33835" idx="3"/>
          </p:cNvCxnSpPr>
          <p:nvPr/>
        </p:nvCxnSpPr>
        <p:spPr bwMode="auto">
          <a:xfrm flipV="1">
            <a:off x="4879975" y="2813050"/>
            <a:ext cx="179388" cy="2841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</p:cxnSp>
      <p:sp>
        <p:nvSpPr>
          <p:cNvPr id="33840" name="Oval 54"/>
          <p:cNvSpPr>
            <a:spLocks noChangeArrowheads="1"/>
          </p:cNvSpPr>
          <p:nvPr/>
        </p:nvSpPr>
        <p:spPr bwMode="auto">
          <a:xfrm>
            <a:off x="7470775" y="2530475"/>
            <a:ext cx="320675" cy="320675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anchor="ctr" anchorCtr="1"/>
          <a:lstStyle/>
          <a:p>
            <a:r>
              <a:rPr lang="en-US" sz="1800">
                <a:solidFill>
                  <a:srgbClr val="000000"/>
                </a:solidFill>
                <a:latin typeface="Times New Roman" charset="0"/>
                <a:sym typeface="Symbol" charset="2"/>
              </a:rPr>
              <a:t>8</a:t>
            </a:r>
          </a:p>
        </p:txBody>
      </p:sp>
      <p:sp>
        <p:nvSpPr>
          <p:cNvPr id="33841" name="Rectangle 55"/>
          <p:cNvSpPr>
            <a:spLocks noChangeAspect="1" noChangeArrowheads="1"/>
          </p:cNvSpPr>
          <p:nvPr/>
        </p:nvSpPr>
        <p:spPr bwMode="auto">
          <a:xfrm>
            <a:off x="7223125" y="3106738"/>
            <a:ext cx="230188" cy="230187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sz="1800"/>
          </a:p>
        </p:txBody>
      </p:sp>
      <p:sp>
        <p:nvSpPr>
          <p:cNvPr id="33842" name="Rectangle 56"/>
          <p:cNvSpPr>
            <a:spLocks noChangeAspect="1" noChangeArrowheads="1"/>
          </p:cNvSpPr>
          <p:nvPr/>
        </p:nvSpPr>
        <p:spPr bwMode="auto">
          <a:xfrm>
            <a:off x="7808913" y="3106738"/>
            <a:ext cx="231775" cy="230187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sz="1800"/>
          </a:p>
        </p:txBody>
      </p:sp>
      <p:cxnSp>
        <p:nvCxnSpPr>
          <p:cNvPr id="33843" name="AutoShape 57"/>
          <p:cNvCxnSpPr>
            <a:cxnSpLocks noChangeShapeType="1"/>
            <a:stCxn id="33842" idx="0"/>
            <a:endCxn id="33840" idx="5"/>
          </p:cNvCxnSpPr>
          <p:nvPr/>
        </p:nvCxnSpPr>
        <p:spPr bwMode="auto">
          <a:xfrm flipH="1" flipV="1">
            <a:off x="7743825" y="2813050"/>
            <a:ext cx="180975" cy="2841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33844" name="AutoShape 58"/>
          <p:cNvCxnSpPr>
            <a:cxnSpLocks noChangeShapeType="1"/>
            <a:stCxn id="33841" idx="0"/>
            <a:endCxn id="33840" idx="3"/>
          </p:cNvCxnSpPr>
          <p:nvPr/>
        </p:nvCxnSpPr>
        <p:spPr bwMode="auto">
          <a:xfrm flipV="1">
            <a:off x="7339013" y="2813050"/>
            <a:ext cx="179387" cy="2841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</p:cxnSp>
      <p:sp>
        <p:nvSpPr>
          <p:cNvPr id="33845" name="Oval 59"/>
          <p:cNvSpPr>
            <a:spLocks noChangeArrowheads="1"/>
          </p:cNvSpPr>
          <p:nvPr/>
        </p:nvSpPr>
        <p:spPr bwMode="auto">
          <a:xfrm>
            <a:off x="6419850" y="5410200"/>
            <a:ext cx="320675" cy="320675"/>
          </a:xfrm>
          <a:prstGeom prst="ellipse">
            <a:avLst/>
          </a:prstGeom>
          <a:solidFill>
            <a:schemeClr val="accent1"/>
          </a:solidFill>
          <a:ln w="57150">
            <a:solidFill>
              <a:schemeClr val="tx2"/>
            </a:solidFill>
            <a:round/>
            <a:headEnd/>
            <a:tailEnd/>
          </a:ln>
        </p:spPr>
        <p:txBody>
          <a:bodyPr wrap="none" lIns="0" tIns="0" rIns="0" anchor="ctr" anchorCtr="1"/>
          <a:lstStyle/>
          <a:p>
            <a:r>
              <a:rPr lang="en-US" sz="1800">
                <a:solidFill>
                  <a:schemeClr val="tx2"/>
                </a:solidFill>
                <a:latin typeface="Times New Roman" charset="0"/>
                <a:sym typeface="Symbol" charset="2"/>
              </a:rPr>
              <a:t>5</a:t>
            </a:r>
          </a:p>
        </p:txBody>
      </p:sp>
      <p:sp>
        <p:nvSpPr>
          <p:cNvPr id="33846" name="Rectangle 60"/>
          <p:cNvSpPr>
            <a:spLocks noChangeAspect="1" noChangeArrowheads="1"/>
          </p:cNvSpPr>
          <p:nvPr/>
        </p:nvSpPr>
        <p:spPr bwMode="auto">
          <a:xfrm>
            <a:off x="6172200" y="5986463"/>
            <a:ext cx="230188" cy="230187"/>
          </a:xfrm>
          <a:prstGeom prst="rect">
            <a:avLst/>
          </a:prstGeom>
          <a:solidFill>
            <a:schemeClr val="folHlink"/>
          </a:solidFill>
          <a:ln w="57150">
            <a:solidFill>
              <a:schemeClr val="tx2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sz="1800">
              <a:solidFill>
                <a:schemeClr val="tx2"/>
              </a:solidFill>
            </a:endParaRPr>
          </a:p>
        </p:txBody>
      </p:sp>
      <p:sp>
        <p:nvSpPr>
          <p:cNvPr id="33847" name="Rectangle 61"/>
          <p:cNvSpPr>
            <a:spLocks noChangeAspect="1" noChangeArrowheads="1"/>
          </p:cNvSpPr>
          <p:nvPr/>
        </p:nvSpPr>
        <p:spPr bwMode="auto">
          <a:xfrm>
            <a:off x="6757988" y="5986463"/>
            <a:ext cx="231775" cy="230187"/>
          </a:xfrm>
          <a:prstGeom prst="rect">
            <a:avLst/>
          </a:prstGeom>
          <a:solidFill>
            <a:schemeClr val="folHlink"/>
          </a:solidFill>
          <a:ln w="57150">
            <a:solidFill>
              <a:schemeClr val="tx2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sz="1800">
              <a:solidFill>
                <a:schemeClr val="tx2"/>
              </a:solidFill>
            </a:endParaRPr>
          </a:p>
        </p:txBody>
      </p:sp>
      <p:cxnSp>
        <p:nvCxnSpPr>
          <p:cNvPr id="33848" name="AutoShape 62"/>
          <p:cNvCxnSpPr>
            <a:cxnSpLocks noChangeShapeType="1"/>
            <a:stCxn id="33847" idx="0"/>
            <a:endCxn id="33845" idx="5"/>
          </p:cNvCxnSpPr>
          <p:nvPr/>
        </p:nvCxnSpPr>
        <p:spPr bwMode="auto">
          <a:xfrm flipH="1" flipV="1">
            <a:off x="6692900" y="5711825"/>
            <a:ext cx="180975" cy="246063"/>
          </a:xfrm>
          <a:prstGeom prst="straightConnector1">
            <a:avLst/>
          </a:prstGeom>
          <a:noFill/>
          <a:ln w="57150">
            <a:solidFill>
              <a:schemeClr val="tx2"/>
            </a:solidFill>
            <a:round/>
            <a:headEnd/>
            <a:tailEnd/>
          </a:ln>
        </p:spPr>
      </p:cxnSp>
      <p:cxnSp>
        <p:nvCxnSpPr>
          <p:cNvPr id="33849" name="AutoShape 63"/>
          <p:cNvCxnSpPr>
            <a:cxnSpLocks noChangeShapeType="1"/>
            <a:stCxn id="33846" idx="0"/>
            <a:endCxn id="33845" idx="3"/>
          </p:cNvCxnSpPr>
          <p:nvPr/>
        </p:nvCxnSpPr>
        <p:spPr bwMode="auto">
          <a:xfrm flipV="1">
            <a:off x="6288088" y="5711825"/>
            <a:ext cx="179387" cy="246063"/>
          </a:xfrm>
          <a:prstGeom prst="straightConnector1">
            <a:avLst/>
          </a:prstGeom>
          <a:noFill/>
          <a:ln w="57150">
            <a:solidFill>
              <a:schemeClr val="tx2"/>
            </a:solidFill>
            <a:round/>
            <a:headEnd/>
            <a:tailEnd/>
          </a:ln>
        </p:spPr>
      </p:cxnSp>
      <p:sp>
        <p:nvSpPr>
          <p:cNvPr id="33850" name="Text Box 64"/>
          <p:cNvSpPr txBox="1">
            <a:spLocks noChangeArrowheads="1"/>
          </p:cNvSpPr>
          <p:nvPr/>
        </p:nvSpPr>
        <p:spPr bwMode="auto">
          <a:xfrm>
            <a:off x="6029325" y="1581150"/>
            <a:ext cx="323850" cy="396875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>
                <a:solidFill>
                  <a:schemeClr val="tx2"/>
                </a:solidFill>
                <a:latin typeface="Symbol" charset="2"/>
                <a:sym typeface="Symbol" charset="2"/>
              </a:rPr>
              <a:t>&lt;</a:t>
            </a:r>
          </a:p>
        </p:txBody>
      </p:sp>
      <p:sp>
        <p:nvSpPr>
          <p:cNvPr id="33851" name="Text Box 65"/>
          <p:cNvSpPr txBox="1">
            <a:spLocks noChangeArrowheads="1"/>
          </p:cNvSpPr>
          <p:nvPr/>
        </p:nvSpPr>
        <p:spPr bwMode="auto">
          <a:xfrm>
            <a:off x="6029325" y="2114550"/>
            <a:ext cx="323850" cy="396875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>
                <a:solidFill>
                  <a:schemeClr val="tx2"/>
                </a:solidFill>
                <a:latin typeface="Symbol" charset="2"/>
                <a:sym typeface="Symbol" charset="2"/>
              </a:rPr>
              <a:t>&gt;</a:t>
            </a:r>
          </a:p>
        </p:txBody>
      </p:sp>
      <p:sp>
        <p:nvSpPr>
          <p:cNvPr id="33852" name="Text Box 66"/>
          <p:cNvSpPr txBox="1">
            <a:spLocks noChangeArrowheads="1"/>
          </p:cNvSpPr>
          <p:nvPr/>
        </p:nvSpPr>
        <p:spPr bwMode="auto">
          <a:xfrm>
            <a:off x="6534150" y="2667000"/>
            <a:ext cx="323850" cy="396875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>
                <a:solidFill>
                  <a:schemeClr val="tx2"/>
                </a:solidFill>
                <a:latin typeface="Symbol" charset="2"/>
                <a:sym typeface="Symbol" charset="2"/>
              </a:rPr>
              <a:t>&gt;</a:t>
            </a:r>
          </a:p>
        </p:txBody>
      </p:sp>
      <p:sp>
        <p:nvSpPr>
          <p:cNvPr id="33853" name="Text Box 69"/>
          <p:cNvSpPr txBox="1">
            <a:spLocks noChangeArrowheads="1"/>
          </p:cNvSpPr>
          <p:nvPr/>
        </p:nvSpPr>
        <p:spPr bwMode="auto">
          <a:xfrm>
            <a:off x="6461125" y="3276600"/>
            <a:ext cx="354013" cy="396875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b="1" i="1">
                <a:solidFill>
                  <a:schemeClr val="tx2"/>
                </a:solidFill>
                <a:latin typeface="Times New Roman" charset="0"/>
                <a:sym typeface="Symbol" charset="2"/>
              </a:rPr>
              <a:t>w</a:t>
            </a:r>
          </a:p>
        </p:txBody>
      </p:sp>
      <p:sp>
        <p:nvSpPr>
          <p:cNvPr id="33854" name="Text Box 70"/>
          <p:cNvSpPr txBox="1">
            <a:spLocks noChangeArrowheads="1"/>
          </p:cNvSpPr>
          <p:nvPr/>
        </p:nvSpPr>
        <p:spPr bwMode="auto">
          <a:xfrm>
            <a:off x="6629400" y="5105400"/>
            <a:ext cx="354013" cy="396875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b="1" i="1">
                <a:solidFill>
                  <a:schemeClr val="tx2"/>
                </a:solidFill>
                <a:latin typeface="Times New Roman" charset="0"/>
                <a:sym typeface="Symbol" charset="2"/>
              </a:rPr>
              <a:t>w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ClrTx/>
              <a:buFont typeface="Times" charset="0"/>
              <a:buChar char="•"/>
            </a:pPr>
            <a:r>
              <a:rPr lang="en-US" dirty="0" smtClean="0"/>
              <a:t>If w is an internal node(another item with key k is stored), </a:t>
            </a:r>
          </a:p>
          <a:p>
            <a:pPr lvl="1">
              <a:buClrTx/>
              <a:buFont typeface="Times" charset="0"/>
              <a:buChar char="•"/>
            </a:pPr>
            <a:r>
              <a:rPr lang="en-US" sz="2400" dirty="0" smtClean="0"/>
              <a:t>call </a:t>
            </a:r>
            <a:r>
              <a:rPr lang="en-US" sz="2400" i="1" dirty="0" err="1" smtClean="0"/>
              <a:t>TreeSearch</a:t>
            </a:r>
            <a:r>
              <a:rPr lang="en-US" sz="2400" i="1" dirty="0" smtClean="0"/>
              <a:t>(k, </a:t>
            </a:r>
            <a:r>
              <a:rPr lang="en-US" sz="2400" i="1" dirty="0" err="1" smtClean="0"/>
              <a:t>T.leftChild</a:t>
            </a:r>
            <a:r>
              <a:rPr lang="en-US" sz="2400" i="1" dirty="0" smtClean="0"/>
              <a:t>(w)) </a:t>
            </a:r>
            <a:r>
              <a:rPr lang="en-US" sz="2400" dirty="0" smtClean="0"/>
              <a:t>(or </a:t>
            </a:r>
            <a:r>
              <a:rPr lang="en-US" sz="2400" i="1" dirty="0" err="1" smtClean="0"/>
              <a:t>TreeSearch</a:t>
            </a:r>
            <a:r>
              <a:rPr lang="en-US" sz="2400" i="1" dirty="0" smtClean="0"/>
              <a:t>(k, </a:t>
            </a:r>
            <a:r>
              <a:rPr lang="en-US" sz="2400" i="1" dirty="0" err="1" smtClean="0"/>
              <a:t>T.rightchild</a:t>
            </a:r>
            <a:r>
              <a:rPr lang="en-US" sz="2400" i="1" dirty="0" smtClean="0"/>
              <a:t>(w))</a:t>
            </a:r>
          </a:p>
          <a:p>
            <a:pPr lvl="1">
              <a:buClrTx/>
              <a:buFont typeface="Times" charset="0"/>
              <a:buChar char="•"/>
            </a:pPr>
            <a:r>
              <a:rPr lang="en-US" sz="2400" dirty="0" smtClean="0"/>
              <a:t>Recursively apply the </a:t>
            </a:r>
            <a:r>
              <a:rPr lang="en-US" sz="2400" dirty="0" err="1" smtClean="0"/>
              <a:t>algo</a:t>
            </a:r>
            <a:r>
              <a:rPr lang="en-US" sz="2400" dirty="0" smtClean="0"/>
              <a:t> to the node returned by </a:t>
            </a:r>
            <a:r>
              <a:rPr lang="en-US" sz="2400" i="1" dirty="0" err="1" smtClean="0"/>
              <a:t>TreeSearch</a:t>
            </a:r>
            <a:r>
              <a:rPr lang="en-US" sz="2400" i="1" dirty="0" smtClean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fld id="{AE94CDC5-1BA4-4300-A051-4E2D4A4A2DFF}" type="slidenum">
              <a:rPr lang="en-GB" smtClean="0"/>
              <a:pPr/>
              <a:t>5</a:t>
            </a:fld>
            <a:endParaRPr lang="en-GB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Exercise: Binary Search Trees</a:t>
            </a:r>
          </a:p>
        </p:txBody>
      </p:sp>
      <p:sp>
        <p:nvSpPr>
          <p:cNvPr id="34819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  <a:buClrTx/>
              <a:buFont typeface="Times" charset="0"/>
              <a:buChar char="•"/>
            </a:pPr>
            <a:r>
              <a:rPr lang="en-US" sz="2800" smtClean="0"/>
              <a:t>Insert into an initially empty binary search tree items with the following keys (in this order). Draw the resulting binary search tree</a:t>
            </a:r>
          </a:p>
          <a:p>
            <a:pPr lvl="1">
              <a:lnSpc>
                <a:spcPct val="90000"/>
              </a:lnSpc>
              <a:buClrTx/>
              <a:buFont typeface="Times" charset="0"/>
              <a:buChar char="•"/>
            </a:pPr>
            <a:r>
              <a:rPr lang="en-US" sz="2400" smtClean="0"/>
              <a:t>30, 40, 24, 58, 48, 26, 11, 13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>
          <a:xfrm>
            <a:off x="611188" y="379413"/>
            <a:ext cx="7989887" cy="611187"/>
          </a:xfrm>
        </p:spPr>
        <p:txBody>
          <a:bodyPr/>
          <a:lstStyle/>
          <a:p>
            <a:r>
              <a:rPr lang="en-US" dirty="0" smtClean="0"/>
              <a:t>Deletion in a BST</a:t>
            </a:r>
            <a:endParaRPr lang="en-US" sz="4000" dirty="0" smtClean="0"/>
          </a:p>
        </p:txBody>
      </p:sp>
      <p:sp>
        <p:nvSpPr>
          <p:cNvPr id="35843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790575" y="1219200"/>
            <a:ext cx="3781425" cy="5105400"/>
          </a:xfrm>
        </p:spPr>
        <p:txBody>
          <a:bodyPr/>
          <a:lstStyle/>
          <a:p>
            <a:pPr>
              <a:buClrTx/>
              <a:buFont typeface="Times" charset="0"/>
              <a:buChar char="•"/>
            </a:pPr>
            <a:r>
              <a:rPr lang="en-US" sz="2000" dirty="0" smtClean="0"/>
              <a:t>To perform operation </a:t>
            </a:r>
            <a:r>
              <a:rPr lang="en-US" sz="2000" dirty="0" err="1" smtClean="0">
                <a:solidFill>
                  <a:schemeClr val="tx2"/>
                </a:solidFill>
              </a:rPr>
              <a:t>removeElement</a:t>
            </a:r>
            <a:r>
              <a:rPr lang="en-US" sz="2000" dirty="0" smtClean="0"/>
              <a:t>(</a:t>
            </a:r>
            <a:r>
              <a:rPr lang="en-US" sz="2000" b="1" i="1" dirty="0" smtClean="0">
                <a:latin typeface="Times New Roman" charset="0"/>
              </a:rPr>
              <a:t>k</a:t>
            </a:r>
            <a:r>
              <a:rPr lang="en-US" sz="2000" dirty="0" smtClean="0"/>
              <a:t>), we search for key </a:t>
            </a:r>
            <a:r>
              <a:rPr lang="en-US" sz="2000" b="1" i="1" dirty="0" smtClean="0">
                <a:latin typeface="Times New Roman" charset="0"/>
              </a:rPr>
              <a:t>k</a:t>
            </a:r>
          </a:p>
          <a:p>
            <a:pPr>
              <a:buClrTx/>
              <a:buFont typeface="Times" charset="0"/>
              <a:buChar char="•"/>
            </a:pPr>
            <a:r>
              <a:rPr lang="en-US" sz="2000" dirty="0" smtClean="0"/>
              <a:t>Assume key </a:t>
            </a:r>
            <a:r>
              <a:rPr lang="en-US" sz="2000" b="1" i="1" dirty="0" smtClean="0">
                <a:latin typeface="Times New Roman" charset="0"/>
              </a:rPr>
              <a:t>k</a:t>
            </a:r>
            <a:r>
              <a:rPr lang="en-US" sz="2000" dirty="0" smtClean="0"/>
              <a:t> is in the tree, and let </a:t>
            </a:r>
            <a:r>
              <a:rPr lang="en-US" sz="1600" b="1" i="1" dirty="0" smtClean="0"/>
              <a:t>w</a:t>
            </a:r>
            <a:r>
              <a:rPr lang="en-US" sz="2000" dirty="0" smtClean="0"/>
              <a:t> be the node storing </a:t>
            </a:r>
            <a:r>
              <a:rPr lang="en-US" sz="2000" b="1" i="1" dirty="0" smtClean="0">
                <a:latin typeface="Times New Roman" charset="0"/>
              </a:rPr>
              <a:t>k</a:t>
            </a:r>
          </a:p>
          <a:p>
            <a:pPr>
              <a:buClrTx/>
              <a:buFont typeface="Times" charset="0"/>
              <a:buChar char="•"/>
            </a:pPr>
            <a:r>
              <a:rPr lang="en-US" sz="2000" dirty="0" smtClean="0"/>
              <a:t>If node </a:t>
            </a:r>
            <a:r>
              <a:rPr lang="en-US" sz="2000" b="1" i="1" dirty="0" smtClean="0">
                <a:latin typeface="Times New Roman" charset="0"/>
              </a:rPr>
              <a:t>w</a:t>
            </a:r>
            <a:r>
              <a:rPr lang="en-US" sz="2000" dirty="0" smtClean="0"/>
              <a:t> has a leaf child </a:t>
            </a:r>
            <a:r>
              <a:rPr lang="en-US" sz="2000" b="1" i="1" dirty="0" smtClean="0">
                <a:latin typeface="Times New Roman" charset="0"/>
              </a:rPr>
              <a:t>z</a:t>
            </a:r>
            <a:r>
              <a:rPr lang="en-US" sz="2000" dirty="0" smtClean="0"/>
              <a:t>, we remove </a:t>
            </a:r>
            <a:r>
              <a:rPr lang="en-US" sz="2000" b="1" i="1" dirty="0" smtClean="0">
                <a:latin typeface="Times New Roman" charset="0"/>
              </a:rPr>
              <a:t>w</a:t>
            </a:r>
            <a:r>
              <a:rPr lang="en-US" sz="2000" dirty="0" smtClean="0"/>
              <a:t> and </a:t>
            </a:r>
            <a:r>
              <a:rPr lang="en-US" sz="2000" b="1" i="1" dirty="0" smtClean="0">
                <a:latin typeface="Times New Roman" charset="0"/>
              </a:rPr>
              <a:t>z</a:t>
            </a:r>
            <a:r>
              <a:rPr lang="en-US" sz="2000" dirty="0" smtClean="0"/>
              <a:t> from the tree with operation </a:t>
            </a:r>
            <a:r>
              <a:rPr lang="en-US" sz="2000" dirty="0" err="1" smtClean="0">
                <a:solidFill>
                  <a:schemeClr val="tx2"/>
                </a:solidFill>
              </a:rPr>
              <a:t>removeAboveExternal</a:t>
            </a:r>
            <a:r>
              <a:rPr lang="en-US" sz="2000" dirty="0" smtClean="0">
                <a:solidFill>
                  <a:schemeClr val="tx2"/>
                </a:solidFill>
              </a:rPr>
              <a:t>(z</a:t>
            </a:r>
            <a:r>
              <a:rPr lang="en-US" sz="2000" dirty="0" smtClean="0"/>
              <a:t>)</a:t>
            </a:r>
          </a:p>
          <a:p>
            <a:pPr>
              <a:buClrTx/>
              <a:buFont typeface="Times" charset="0"/>
              <a:buChar char="•"/>
            </a:pPr>
            <a:r>
              <a:rPr lang="en-US" sz="2000" dirty="0" smtClean="0"/>
              <a:t>This restructures the tree </a:t>
            </a:r>
          </a:p>
          <a:p>
            <a:pPr lvl="1">
              <a:buClrTx/>
              <a:buFont typeface="Times" charset="0"/>
              <a:buChar char="•"/>
            </a:pPr>
            <a:r>
              <a:rPr lang="en-US" sz="1800" dirty="0" smtClean="0"/>
              <a:t>Replaces w by the sibling of z.</a:t>
            </a:r>
          </a:p>
          <a:p>
            <a:pPr lvl="1">
              <a:buClrTx/>
              <a:buFont typeface="Times" charset="0"/>
              <a:buChar char="•"/>
            </a:pPr>
            <a:r>
              <a:rPr lang="en-US" sz="1800" dirty="0" smtClean="0"/>
              <a:t>Remove both z and w from T</a:t>
            </a:r>
            <a:r>
              <a:rPr lang="en-US" sz="1600" dirty="0" smtClean="0"/>
              <a:t>.</a:t>
            </a:r>
          </a:p>
          <a:p>
            <a:pPr>
              <a:buClrTx/>
              <a:buFont typeface="Times" charset="0"/>
              <a:buChar char="•"/>
            </a:pPr>
            <a:r>
              <a:rPr lang="en-US" sz="2000" dirty="0" smtClean="0"/>
              <a:t>Example: remove 4</a:t>
            </a:r>
          </a:p>
        </p:txBody>
      </p:sp>
      <p:sp>
        <p:nvSpPr>
          <p:cNvPr id="35844" name="Oval 4"/>
          <p:cNvSpPr>
            <a:spLocks noChangeArrowheads="1"/>
          </p:cNvSpPr>
          <p:nvPr/>
        </p:nvSpPr>
        <p:spPr bwMode="auto">
          <a:xfrm>
            <a:off x="6781800" y="1600200"/>
            <a:ext cx="320675" cy="319088"/>
          </a:xfrm>
          <a:prstGeom prst="ellipse">
            <a:avLst/>
          </a:prstGeom>
          <a:solidFill>
            <a:schemeClr val="accent1"/>
          </a:solidFill>
          <a:ln w="57150">
            <a:solidFill>
              <a:schemeClr val="tx2"/>
            </a:solidFill>
            <a:round/>
            <a:headEnd/>
            <a:tailEnd/>
          </a:ln>
        </p:spPr>
        <p:txBody>
          <a:bodyPr wrap="none" lIns="0" tIns="0" rIns="0" anchor="ctr" anchorCtr="1"/>
          <a:lstStyle/>
          <a:p>
            <a:r>
              <a:rPr lang="en-US" sz="1800">
                <a:solidFill>
                  <a:schemeClr val="tx2"/>
                </a:solidFill>
                <a:latin typeface="Times New Roman" charset="0"/>
                <a:sym typeface="Symbol" charset="2"/>
              </a:rPr>
              <a:t>6</a:t>
            </a:r>
          </a:p>
        </p:txBody>
      </p:sp>
      <p:sp>
        <p:nvSpPr>
          <p:cNvPr id="35845" name="Oval 5"/>
          <p:cNvSpPr>
            <a:spLocks noChangeArrowheads="1"/>
          </p:cNvSpPr>
          <p:nvPr/>
        </p:nvSpPr>
        <p:spPr bwMode="auto">
          <a:xfrm>
            <a:off x="7980363" y="2111375"/>
            <a:ext cx="319087" cy="320675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anchor="ctr" anchorCtr="1"/>
          <a:lstStyle/>
          <a:p>
            <a:r>
              <a:rPr lang="en-US" sz="1800">
                <a:solidFill>
                  <a:srgbClr val="000000"/>
                </a:solidFill>
                <a:latin typeface="Times New Roman" charset="0"/>
                <a:sym typeface="Symbol" charset="2"/>
              </a:rPr>
              <a:t>9</a:t>
            </a:r>
          </a:p>
        </p:txBody>
      </p:sp>
      <p:sp>
        <p:nvSpPr>
          <p:cNvPr id="35846" name="Oval 6"/>
          <p:cNvSpPr>
            <a:spLocks noChangeArrowheads="1"/>
          </p:cNvSpPr>
          <p:nvPr/>
        </p:nvSpPr>
        <p:spPr bwMode="auto">
          <a:xfrm>
            <a:off x="5424488" y="2111375"/>
            <a:ext cx="319087" cy="320675"/>
          </a:xfrm>
          <a:prstGeom prst="ellipse">
            <a:avLst/>
          </a:prstGeom>
          <a:solidFill>
            <a:schemeClr val="accent1"/>
          </a:solidFill>
          <a:ln w="57150">
            <a:solidFill>
              <a:schemeClr val="tx2"/>
            </a:solidFill>
            <a:round/>
            <a:headEnd/>
            <a:tailEnd/>
          </a:ln>
        </p:spPr>
        <p:txBody>
          <a:bodyPr wrap="none" lIns="0" tIns="0" rIns="0" anchor="ctr" anchorCtr="1"/>
          <a:lstStyle/>
          <a:p>
            <a:r>
              <a:rPr lang="en-US" sz="1800">
                <a:solidFill>
                  <a:schemeClr val="tx2"/>
                </a:solidFill>
                <a:latin typeface="Times New Roman" charset="0"/>
                <a:sym typeface="Symbol" charset="2"/>
              </a:rPr>
              <a:t>2</a:t>
            </a:r>
          </a:p>
        </p:txBody>
      </p:sp>
      <p:sp>
        <p:nvSpPr>
          <p:cNvPr id="35847" name="Oval 7"/>
          <p:cNvSpPr>
            <a:spLocks noChangeArrowheads="1"/>
          </p:cNvSpPr>
          <p:nvPr/>
        </p:nvSpPr>
        <p:spPr bwMode="auto">
          <a:xfrm>
            <a:off x="6011863" y="2606675"/>
            <a:ext cx="320675" cy="320675"/>
          </a:xfrm>
          <a:prstGeom prst="ellipse">
            <a:avLst/>
          </a:prstGeom>
          <a:solidFill>
            <a:schemeClr val="accent1"/>
          </a:solidFill>
          <a:ln w="57150">
            <a:solidFill>
              <a:schemeClr val="tx2"/>
            </a:solidFill>
            <a:round/>
            <a:headEnd/>
            <a:tailEnd/>
          </a:ln>
        </p:spPr>
        <p:txBody>
          <a:bodyPr wrap="none" lIns="0" tIns="0" rIns="0" anchor="ctr" anchorCtr="1"/>
          <a:lstStyle/>
          <a:p>
            <a:r>
              <a:rPr lang="en-US" sz="1800">
                <a:solidFill>
                  <a:schemeClr val="tx2"/>
                </a:solidFill>
                <a:latin typeface="Times New Roman" charset="0"/>
                <a:sym typeface="Symbol" charset="2"/>
              </a:rPr>
              <a:t>4</a:t>
            </a:r>
          </a:p>
        </p:txBody>
      </p:sp>
      <p:sp>
        <p:nvSpPr>
          <p:cNvPr id="35848" name="Rectangle 8"/>
          <p:cNvSpPr>
            <a:spLocks noChangeAspect="1" noChangeArrowheads="1"/>
          </p:cNvSpPr>
          <p:nvPr/>
        </p:nvSpPr>
        <p:spPr bwMode="auto">
          <a:xfrm>
            <a:off x="5764213" y="3182938"/>
            <a:ext cx="230187" cy="230187"/>
          </a:xfrm>
          <a:prstGeom prst="rect">
            <a:avLst/>
          </a:prstGeom>
          <a:solidFill>
            <a:schemeClr val="folHlink"/>
          </a:solidFill>
          <a:ln w="57150">
            <a:solidFill>
              <a:schemeClr val="tx2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sz="1800"/>
          </a:p>
        </p:txBody>
      </p:sp>
      <p:sp>
        <p:nvSpPr>
          <p:cNvPr id="35849" name="Rectangle 9"/>
          <p:cNvSpPr>
            <a:spLocks noChangeAspect="1" noChangeArrowheads="1"/>
          </p:cNvSpPr>
          <p:nvPr/>
        </p:nvSpPr>
        <p:spPr bwMode="auto">
          <a:xfrm>
            <a:off x="8512175" y="2651125"/>
            <a:ext cx="230188" cy="231775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sz="1800"/>
          </a:p>
        </p:txBody>
      </p:sp>
      <p:cxnSp>
        <p:nvCxnSpPr>
          <p:cNvPr id="35850" name="AutoShape 10"/>
          <p:cNvCxnSpPr>
            <a:cxnSpLocks noChangeShapeType="1"/>
            <a:stCxn id="35844" idx="3"/>
            <a:endCxn id="35846" idx="7"/>
          </p:cNvCxnSpPr>
          <p:nvPr/>
        </p:nvCxnSpPr>
        <p:spPr bwMode="auto">
          <a:xfrm flipH="1">
            <a:off x="5697538" y="1901825"/>
            <a:ext cx="1131887" cy="228600"/>
          </a:xfrm>
          <a:prstGeom prst="straightConnector1">
            <a:avLst/>
          </a:prstGeom>
          <a:noFill/>
          <a:ln w="57150">
            <a:solidFill>
              <a:schemeClr val="tx2"/>
            </a:solidFill>
            <a:round/>
            <a:headEnd/>
            <a:tailEnd/>
          </a:ln>
        </p:spPr>
      </p:cxnSp>
      <p:cxnSp>
        <p:nvCxnSpPr>
          <p:cNvPr id="35851" name="AutoShape 11"/>
          <p:cNvCxnSpPr>
            <a:cxnSpLocks noChangeShapeType="1"/>
            <a:stCxn id="35845" idx="1"/>
            <a:endCxn id="35844" idx="5"/>
          </p:cNvCxnSpPr>
          <p:nvPr/>
        </p:nvCxnSpPr>
        <p:spPr bwMode="auto">
          <a:xfrm flipH="1" flipV="1">
            <a:off x="7054850" y="1901825"/>
            <a:ext cx="971550" cy="2476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35852" name="AutoShape 12"/>
          <p:cNvCxnSpPr>
            <a:cxnSpLocks noChangeShapeType="1"/>
            <a:stCxn id="35849" idx="0"/>
            <a:endCxn id="35845" idx="5"/>
          </p:cNvCxnSpPr>
          <p:nvPr/>
        </p:nvCxnSpPr>
        <p:spPr bwMode="auto">
          <a:xfrm flipH="1" flipV="1">
            <a:off x="8253413" y="2393950"/>
            <a:ext cx="374650" cy="2476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35853" name="AutoShape 13"/>
          <p:cNvCxnSpPr>
            <a:cxnSpLocks noChangeShapeType="1"/>
            <a:stCxn id="35863" idx="7"/>
            <a:endCxn id="35845" idx="3"/>
          </p:cNvCxnSpPr>
          <p:nvPr/>
        </p:nvCxnSpPr>
        <p:spPr bwMode="auto">
          <a:xfrm flipV="1">
            <a:off x="7759700" y="2393950"/>
            <a:ext cx="266700" cy="25082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35854" name="AutoShape 14"/>
          <p:cNvCxnSpPr>
            <a:cxnSpLocks noChangeShapeType="1"/>
            <a:stCxn id="35868" idx="1"/>
            <a:endCxn id="35847" idx="5"/>
          </p:cNvCxnSpPr>
          <p:nvPr/>
        </p:nvCxnSpPr>
        <p:spPr bwMode="auto">
          <a:xfrm flipH="1" flipV="1">
            <a:off x="6284913" y="2908300"/>
            <a:ext cx="198437" cy="234950"/>
          </a:xfrm>
          <a:prstGeom prst="straightConnector1">
            <a:avLst/>
          </a:prstGeom>
          <a:noFill/>
          <a:ln w="57150">
            <a:solidFill>
              <a:schemeClr val="tx2"/>
            </a:solidFill>
            <a:round/>
            <a:headEnd/>
            <a:tailEnd/>
          </a:ln>
        </p:spPr>
      </p:cxnSp>
      <p:cxnSp>
        <p:nvCxnSpPr>
          <p:cNvPr id="35855" name="AutoShape 15"/>
          <p:cNvCxnSpPr>
            <a:cxnSpLocks noChangeShapeType="1"/>
            <a:stCxn id="35848" idx="0"/>
            <a:endCxn id="35847" idx="3"/>
          </p:cNvCxnSpPr>
          <p:nvPr/>
        </p:nvCxnSpPr>
        <p:spPr bwMode="auto">
          <a:xfrm flipV="1">
            <a:off x="5880100" y="2908300"/>
            <a:ext cx="179388" cy="246063"/>
          </a:xfrm>
          <a:prstGeom prst="straightConnector1">
            <a:avLst/>
          </a:prstGeom>
          <a:noFill/>
          <a:ln w="57150">
            <a:solidFill>
              <a:schemeClr val="tx2"/>
            </a:solidFill>
            <a:round/>
            <a:headEnd/>
            <a:tailEnd/>
          </a:ln>
        </p:spPr>
      </p:cxnSp>
      <p:cxnSp>
        <p:nvCxnSpPr>
          <p:cNvPr id="35856" name="AutoShape 16"/>
          <p:cNvCxnSpPr>
            <a:cxnSpLocks noChangeShapeType="1"/>
            <a:stCxn id="35858" idx="7"/>
            <a:endCxn id="35846" idx="3"/>
          </p:cNvCxnSpPr>
          <p:nvPr/>
        </p:nvCxnSpPr>
        <p:spPr bwMode="auto">
          <a:xfrm flipV="1">
            <a:off x="5110163" y="2413000"/>
            <a:ext cx="360362" cy="23177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35857" name="AutoShape 17"/>
          <p:cNvCxnSpPr>
            <a:cxnSpLocks noChangeShapeType="1"/>
            <a:stCxn id="35847" idx="1"/>
            <a:endCxn id="35846" idx="5"/>
          </p:cNvCxnSpPr>
          <p:nvPr/>
        </p:nvCxnSpPr>
        <p:spPr bwMode="auto">
          <a:xfrm flipH="1" flipV="1">
            <a:off x="5697538" y="2413000"/>
            <a:ext cx="361950" cy="212725"/>
          </a:xfrm>
          <a:prstGeom prst="straightConnector1">
            <a:avLst/>
          </a:prstGeom>
          <a:noFill/>
          <a:ln w="57150">
            <a:solidFill>
              <a:schemeClr val="tx2"/>
            </a:solidFill>
            <a:round/>
            <a:headEnd/>
            <a:tailEnd/>
          </a:ln>
        </p:spPr>
      </p:cxnSp>
      <p:sp>
        <p:nvSpPr>
          <p:cNvPr id="35858" name="Oval 18"/>
          <p:cNvSpPr>
            <a:spLocks noChangeArrowheads="1"/>
          </p:cNvSpPr>
          <p:nvPr/>
        </p:nvSpPr>
        <p:spPr bwMode="auto">
          <a:xfrm>
            <a:off x="4837113" y="2606675"/>
            <a:ext cx="319087" cy="320675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anchor="ctr" anchorCtr="1"/>
          <a:lstStyle/>
          <a:p>
            <a:r>
              <a:rPr lang="en-US" sz="1800">
                <a:solidFill>
                  <a:srgbClr val="000000"/>
                </a:solidFill>
                <a:latin typeface="Times New Roman" charset="0"/>
                <a:sym typeface="Symbol" charset="2"/>
              </a:rPr>
              <a:t>1</a:t>
            </a:r>
          </a:p>
        </p:txBody>
      </p:sp>
      <p:sp>
        <p:nvSpPr>
          <p:cNvPr id="35859" name="Rectangle 19"/>
          <p:cNvSpPr>
            <a:spLocks noChangeAspect="1" noChangeArrowheads="1"/>
          </p:cNvSpPr>
          <p:nvPr/>
        </p:nvSpPr>
        <p:spPr bwMode="auto">
          <a:xfrm>
            <a:off x="4587875" y="3182938"/>
            <a:ext cx="230188" cy="230187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sz="1800"/>
          </a:p>
        </p:txBody>
      </p:sp>
      <p:sp>
        <p:nvSpPr>
          <p:cNvPr id="35860" name="Rectangle 20"/>
          <p:cNvSpPr>
            <a:spLocks noChangeAspect="1" noChangeArrowheads="1"/>
          </p:cNvSpPr>
          <p:nvPr/>
        </p:nvSpPr>
        <p:spPr bwMode="auto">
          <a:xfrm>
            <a:off x="5175250" y="3182938"/>
            <a:ext cx="230188" cy="230187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sz="1800"/>
          </a:p>
        </p:txBody>
      </p:sp>
      <p:cxnSp>
        <p:nvCxnSpPr>
          <p:cNvPr id="35861" name="AutoShape 21"/>
          <p:cNvCxnSpPr>
            <a:cxnSpLocks noChangeShapeType="1"/>
            <a:stCxn id="35860" idx="0"/>
            <a:endCxn id="35858" idx="5"/>
          </p:cNvCxnSpPr>
          <p:nvPr/>
        </p:nvCxnSpPr>
        <p:spPr bwMode="auto">
          <a:xfrm flipH="1" flipV="1">
            <a:off x="5110163" y="2889250"/>
            <a:ext cx="180975" cy="2841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35862" name="AutoShape 22"/>
          <p:cNvCxnSpPr>
            <a:cxnSpLocks noChangeShapeType="1"/>
            <a:stCxn id="35859" idx="0"/>
            <a:endCxn id="35858" idx="3"/>
          </p:cNvCxnSpPr>
          <p:nvPr/>
        </p:nvCxnSpPr>
        <p:spPr bwMode="auto">
          <a:xfrm flipV="1">
            <a:off x="4703763" y="2889250"/>
            <a:ext cx="179387" cy="2841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</p:cxnSp>
      <p:sp>
        <p:nvSpPr>
          <p:cNvPr id="35863" name="Oval 23"/>
          <p:cNvSpPr>
            <a:spLocks noChangeArrowheads="1"/>
          </p:cNvSpPr>
          <p:nvPr/>
        </p:nvSpPr>
        <p:spPr bwMode="auto">
          <a:xfrm>
            <a:off x="7486650" y="2606675"/>
            <a:ext cx="320675" cy="320675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anchor="ctr" anchorCtr="1"/>
          <a:lstStyle/>
          <a:p>
            <a:r>
              <a:rPr lang="en-US" sz="1800">
                <a:solidFill>
                  <a:srgbClr val="000000"/>
                </a:solidFill>
                <a:latin typeface="Times New Roman" charset="0"/>
                <a:sym typeface="Symbol" charset="2"/>
              </a:rPr>
              <a:t>8</a:t>
            </a:r>
          </a:p>
        </p:txBody>
      </p:sp>
      <p:sp>
        <p:nvSpPr>
          <p:cNvPr id="35864" name="Rectangle 24"/>
          <p:cNvSpPr>
            <a:spLocks noChangeAspect="1" noChangeArrowheads="1"/>
          </p:cNvSpPr>
          <p:nvPr/>
        </p:nvSpPr>
        <p:spPr bwMode="auto">
          <a:xfrm>
            <a:off x="7239000" y="3182938"/>
            <a:ext cx="230188" cy="230187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sz="1800"/>
          </a:p>
        </p:txBody>
      </p:sp>
      <p:sp>
        <p:nvSpPr>
          <p:cNvPr id="35865" name="Rectangle 25"/>
          <p:cNvSpPr>
            <a:spLocks noChangeAspect="1" noChangeArrowheads="1"/>
          </p:cNvSpPr>
          <p:nvPr/>
        </p:nvSpPr>
        <p:spPr bwMode="auto">
          <a:xfrm>
            <a:off x="7824788" y="3182938"/>
            <a:ext cx="231775" cy="230187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sz="1800"/>
          </a:p>
        </p:txBody>
      </p:sp>
      <p:cxnSp>
        <p:nvCxnSpPr>
          <p:cNvPr id="35866" name="AutoShape 26"/>
          <p:cNvCxnSpPr>
            <a:cxnSpLocks noChangeShapeType="1"/>
            <a:stCxn id="35865" idx="0"/>
            <a:endCxn id="35863" idx="5"/>
          </p:cNvCxnSpPr>
          <p:nvPr/>
        </p:nvCxnSpPr>
        <p:spPr bwMode="auto">
          <a:xfrm flipH="1" flipV="1">
            <a:off x="7759700" y="2889250"/>
            <a:ext cx="180975" cy="2841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35867" name="AutoShape 27"/>
          <p:cNvCxnSpPr>
            <a:cxnSpLocks noChangeShapeType="1"/>
            <a:stCxn id="35864" idx="0"/>
            <a:endCxn id="35863" idx="3"/>
          </p:cNvCxnSpPr>
          <p:nvPr/>
        </p:nvCxnSpPr>
        <p:spPr bwMode="auto">
          <a:xfrm flipV="1">
            <a:off x="7354888" y="2889250"/>
            <a:ext cx="179387" cy="2841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</p:cxnSp>
      <p:sp>
        <p:nvSpPr>
          <p:cNvPr id="35868" name="Oval 28"/>
          <p:cNvSpPr>
            <a:spLocks noChangeArrowheads="1"/>
          </p:cNvSpPr>
          <p:nvPr/>
        </p:nvSpPr>
        <p:spPr bwMode="auto">
          <a:xfrm>
            <a:off x="6435725" y="3124200"/>
            <a:ext cx="320675" cy="320675"/>
          </a:xfrm>
          <a:prstGeom prst="ellipse">
            <a:avLst/>
          </a:prstGeom>
          <a:solidFill>
            <a:schemeClr val="accent1"/>
          </a:solidFill>
          <a:ln w="57150">
            <a:solidFill>
              <a:schemeClr val="tx2"/>
            </a:solidFill>
            <a:round/>
            <a:headEnd/>
            <a:tailEnd/>
          </a:ln>
        </p:spPr>
        <p:txBody>
          <a:bodyPr wrap="none" lIns="0" tIns="0" rIns="0" anchor="ctr" anchorCtr="1"/>
          <a:lstStyle/>
          <a:p>
            <a:r>
              <a:rPr lang="en-US" sz="1800">
                <a:solidFill>
                  <a:srgbClr val="000000"/>
                </a:solidFill>
                <a:latin typeface="Times New Roman" charset="0"/>
                <a:sym typeface="Symbol" charset="2"/>
              </a:rPr>
              <a:t>5</a:t>
            </a:r>
          </a:p>
        </p:txBody>
      </p:sp>
      <p:sp>
        <p:nvSpPr>
          <p:cNvPr id="35869" name="Rectangle 29"/>
          <p:cNvSpPr>
            <a:spLocks noChangeAspect="1" noChangeArrowheads="1"/>
          </p:cNvSpPr>
          <p:nvPr/>
        </p:nvSpPr>
        <p:spPr bwMode="auto">
          <a:xfrm>
            <a:off x="6188075" y="3700463"/>
            <a:ext cx="230188" cy="230187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sz="1800"/>
          </a:p>
        </p:txBody>
      </p:sp>
      <p:sp>
        <p:nvSpPr>
          <p:cNvPr id="35870" name="Rectangle 30"/>
          <p:cNvSpPr>
            <a:spLocks noChangeAspect="1" noChangeArrowheads="1"/>
          </p:cNvSpPr>
          <p:nvPr/>
        </p:nvSpPr>
        <p:spPr bwMode="auto">
          <a:xfrm>
            <a:off x="6773863" y="3700463"/>
            <a:ext cx="231775" cy="230187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sz="1800"/>
          </a:p>
        </p:txBody>
      </p:sp>
      <p:cxnSp>
        <p:nvCxnSpPr>
          <p:cNvPr id="35871" name="AutoShape 31"/>
          <p:cNvCxnSpPr>
            <a:cxnSpLocks noChangeShapeType="1"/>
            <a:stCxn id="35870" idx="0"/>
            <a:endCxn id="35868" idx="5"/>
          </p:cNvCxnSpPr>
          <p:nvPr/>
        </p:nvCxnSpPr>
        <p:spPr bwMode="auto">
          <a:xfrm flipH="1" flipV="1">
            <a:off x="6708775" y="3425825"/>
            <a:ext cx="180975" cy="26511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35872" name="AutoShape 32"/>
          <p:cNvCxnSpPr>
            <a:cxnSpLocks noChangeShapeType="1"/>
            <a:stCxn id="35869" idx="0"/>
            <a:endCxn id="35868" idx="3"/>
          </p:cNvCxnSpPr>
          <p:nvPr/>
        </p:nvCxnSpPr>
        <p:spPr bwMode="auto">
          <a:xfrm flipV="1">
            <a:off x="6303963" y="3425825"/>
            <a:ext cx="179387" cy="26511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</p:cxnSp>
      <p:sp>
        <p:nvSpPr>
          <p:cNvPr id="35873" name="Text Box 33"/>
          <p:cNvSpPr txBox="1">
            <a:spLocks noChangeArrowheads="1"/>
          </p:cNvSpPr>
          <p:nvPr/>
        </p:nvSpPr>
        <p:spPr bwMode="auto">
          <a:xfrm>
            <a:off x="6324600" y="2498725"/>
            <a:ext cx="356188" cy="378565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b="1" i="1" dirty="0" smtClean="0">
                <a:solidFill>
                  <a:schemeClr val="tx2"/>
                </a:solidFill>
                <a:latin typeface="Times New Roman" charset="0"/>
                <a:sym typeface="Symbol" charset="2"/>
              </a:rPr>
              <a:t>w</a:t>
            </a:r>
            <a:endParaRPr lang="en-US" b="1" i="1" dirty="0">
              <a:solidFill>
                <a:schemeClr val="tx2"/>
              </a:solidFill>
              <a:latin typeface="Times New Roman" charset="0"/>
              <a:sym typeface="Symbol" charset="2"/>
            </a:endParaRPr>
          </a:p>
        </p:txBody>
      </p:sp>
      <p:sp>
        <p:nvSpPr>
          <p:cNvPr id="35874" name="Text Box 34"/>
          <p:cNvSpPr txBox="1">
            <a:spLocks noChangeArrowheads="1"/>
          </p:cNvSpPr>
          <p:nvPr/>
        </p:nvSpPr>
        <p:spPr bwMode="auto">
          <a:xfrm>
            <a:off x="5589588" y="2819400"/>
            <a:ext cx="284052" cy="378565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b="1" i="1" dirty="0" smtClean="0">
                <a:solidFill>
                  <a:schemeClr val="tx2"/>
                </a:solidFill>
                <a:latin typeface="Times New Roman" charset="0"/>
                <a:sym typeface="Symbol" charset="2"/>
              </a:rPr>
              <a:t>z</a:t>
            </a:r>
            <a:endParaRPr lang="en-US" b="1" i="1" dirty="0">
              <a:solidFill>
                <a:schemeClr val="tx2"/>
              </a:solidFill>
              <a:latin typeface="Times New Roman" charset="0"/>
              <a:sym typeface="Symbol" charset="2"/>
            </a:endParaRPr>
          </a:p>
        </p:txBody>
      </p:sp>
      <p:sp>
        <p:nvSpPr>
          <p:cNvPr id="35875" name="Oval 66"/>
          <p:cNvSpPr>
            <a:spLocks noChangeArrowheads="1"/>
          </p:cNvSpPr>
          <p:nvPr/>
        </p:nvSpPr>
        <p:spPr bwMode="auto">
          <a:xfrm>
            <a:off x="6553200" y="4251325"/>
            <a:ext cx="320675" cy="319088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anchor="ctr" anchorCtr="1"/>
          <a:lstStyle/>
          <a:p>
            <a:r>
              <a:rPr lang="en-US" sz="1800">
                <a:solidFill>
                  <a:srgbClr val="000000"/>
                </a:solidFill>
                <a:latin typeface="Times New Roman" charset="0"/>
                <a:sym typeface="Symbol" charset="2"/>
              </a:rPr>
              <a:t>6</a:t>
            </a:r>
          </a:p>
        </p:txBody>
      </p:sp>
      <p:sp>
        <p:nvSpPr>
          <p:cNvPr id="35876" name="Oval 67"/>
          <p:cNvSpPr>
            <a:spLocks noChangeArrowheads="1"/>
          </p:cNvSpPr>
          <p:nvPr/>
        </p:nvSpPr>
        <p:spPr bwMode="auto">
          <a:xfrm>
            <a:off x="7964488" y="4762500"/>
            <a:ext cx="319087" cy="320675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anchor="ctr" anchorCtr="1"/>
          <a:lstStyle/>
          <a:p>
            <a:r>
              <a:rPr lang="en-US" sz="1800">
                <a:solidFill>
                  <a:srgbClr val="000000"/>
                </a:solidFill>
                <a:latin typeface="Times New Roman" charset="0"/>
                <a:sym typeface="Symbol" charset="2"/>
              </a:rPr>
              <a:t>9</a:t>
            </a:r>
          </a:p>
        </p:txBody>
      </p:sp>
      <p:sp>
        <p:nvSpPr>
          <p:cNvPr id="35877" name="Oval 68"/>
          <p:cNvSpPr>
            <a:spLocks noChangeArrowheads="1"/>
          </p:cNvSpPr>
          <p:nvPr/>
        </p:nvSpPr>
        <p:spPr bwMode="auto">
          <a:xfrm>
            <a:off x="5600700" y="4762500"/>
            <a:ext cx="319088" cy="320675"/>
          </a:xfrm>
          <a:prstGeom prst="ellipse">
            <a:avLst/>
          </a:prstGeom>
          <a:solidFill>
            <a:schemeClr val="accent1"/>
          </a:solidFill>
          <a:ln w="57150">
            <a:solidFill>
              <a:schemeClr val="tx2"/>
            </a:solidFill>
            <a:round/>
            <a:headEnd/>
            <a:tailEnd/>
          </a:ln>
        </p:spPr>
        <p:txBody>
          <a:bodyPr wrap="none" lIns="0" tIns="0" rIns="0" anchor="ctr" anchorCtr="1"/>
          <a:lstStyle/>
          <a:p>
            <a:r>
              <a:rPr lang="en-US" sz="1800">
                <a:solidFill>
                  <a:srgbClr val="000000"/>
                </a:solidFill>
                <a:latin typeface="Times New Roman" charset="0"/>
                <a:sym typeface="Symbol" charset="2"/>
              </a:rPr>
              <a:t>2</a:t>
            </a:r>
          </a:p>
        </p:txBody>
      </p:sp>
      <p:sp>
        <p:nvSpPr>
          <p:cNvPr id="35878" name="Oval 69"/>
          <p:cNvSpPr>
            <a:spLocks noChangeArrowheads="1"/>
          </p:cNvSpPr>
          <p:nvPr/>
        </p:nvSpPr>
        <p:spPr bwMode="auto">
          <a:xfrm>
            <a:off x="6188075" y="5257800"/>
            <a:ext cx="320675" cy="320675"/>
          </a:xfrm>
          <a:prstGeom prst="ellipse">
            <a:avLst/>
          </a:prstGeom>
          <a:solidFill>
            <a:schemeClr val="accent1"/>
          </a:solidFill>
          <a:ln w="57150">
            <a:solidFill>
              <a:schemeClr val="tx2"/>
            </a:solidFill>
            <a:round/>
            <a:headEnd/>
            <a:tailEnd/>
          </a:ln>
        </p:spPr>
        <p:txBody>
          <a:bodyPr wrap="none" lIns="0" tIns="0" rIns="0" anchor="ctr" anchorCtr="1"/>
          <a:lstStyle/>
          <a:p>
            <a:r>
              <a:rPr lang="en-US" sz="1800">
                <a:solidFill>
                  <a:srgbClr val="000000"/>
                </a:solidFill>
                <a:latin typeface="Times New Roman" charset="0"/>
                <a:sym typeface="Symbol" charset="2"/>
              </a:rPr>
              <a:t>5</a:t>
            </a:r>
          </a:p>
        </p:txBody>
      </p:sp>
      <p:sp>
        <p:nvSpPr>
          <p:cNvPr id="35879" name="Rectangle 70"/>
          <p:cNvSpPr>
            <a:spLocks noChangeAspect="1" noChangeArrowheads="1"/>
          </p:cNvSpPr>
          <p:nvPr/>
        </p:nvSpPr>
        <p:spPr bwMode="auto">
          <a:xfrm>
            <a:off x="5940425" y="5834063"/>
            <a:ext cx="230188" cy="230187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sz="1800"/>
          </a:p>
        </p:txBody>
      </p:sp>
      <p:sp>
        <p:nvSpPr>
          <p:cNvPr id="35880" name="Rectangle 71"/>
          <p:cNvSpPr>
            <a:spLocks noChangeAspect="1" noChangeArrowheads="1"/>
          </p:cNvSpPr>
          <p:nvPr/>
        </p:nvSpPr>
        <p:spPr bwMode="auto">
          <a:xfrm>
            <a:off x="6553200" y="5834063"/>
            <a:ext cx="231775" cy="230187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sz="1800"/>
          </a:p>
        </p:txBody>
      </p:sp>
      <p:sp>
        <p:nvSpPr>
          <p:cNvPr id="35881" name="Rectangle 72"/>
          <p:cNvSpPr>
            <a:spLocks noChangeAspect="1" noChangeArrowheads="1"/>
          </p:cNvSpPr>
          <p:nvPr/>
        </p:nvSpPr>
        <p:spPr bwMode="auto">
          <a:xfrm>
            <a:off x="8496300" y="5302250"/>
            <a:ext cx="230188" cy="231775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sz="1800"/>
          </a:p>
        </p:txBody>
      </p:sp>
      <p:cxnSp>
        <p:nvCxnSpPr>
          <p:cNvPr id="35882" name="AutoShape 73"/>
          <p:cNvCxnSpPr>
            <a:cxnSpLocks noChangeShapeType="1"/>
            <a:stCxn id="35875" idx="3"/>
            <a:endCxn id="35877" idx="7"/>
          </p:cNvCxnSpPr>
          <p:nvPr/>
        </p:nvCxnSpPr>
        <p:spPr bwMode="auto">
          <a:xfrm flipH="1">
            <a:off x="5873750" y="4533900"/>
            <a:ext cx="727075" cy="2476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35883" name="AutoShape 74"/>
          <p:cNvCxnSpPr>
            <a:cxnSpLocks noChangeShapeType="1"/>
            <a:stCxn id="35876" idx="1"/>
            <a:endCxn id="35875" idx="5"/>
          </p:cNvCxnSpPr>
          <p:nvPr/>
        </p:nvCxnSpPr>
        <p:spPr bwMode="auto">
          <a:xfrm flipH="1" flipV="1">
            <a:off x="6826250" y="4533900"/>
            <a:ext cx="1184275" cy="26670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35884" name="AutoShape 75"/>
          <p:cNvCxnSpPr>
            <a:cxnSpLocks noChangeShapeType="1"/>
            <a:stCxn id="35881" idx="0"/>
            <a:endCxn id="35876" idx="5"/>
          </p:cNvCxnSpPr>
          <p:nvPr/>
        </p:nvCxnSpPr>
        <p:spPr bwMode="auto">
          <a:xfrm flipH="1" flipV="1">
            <a:off x="8237538" y="5045075"/>
            <a:ext cx="374650" cy="2476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35885" name="AutoShape 76"/>
          <p:cNvCxnSpPr>
            <a:cxnSpLocks noChangeShapeType="1"/>
            <a:stCxn id="35895" idx="7"/>
            <a:endCxn id="35876" idx="3"/>
          </p:cNvCxnSpPr>
          <p:nvPr/>
        </p:nvCxnSpPr>
        <p:spPr bwMode="auto">
          <a:xfrm flipV="1">
            <a:off x="7743825" y="5045075"/>
            <a:ext cx="266700" cy="25082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35886" name="AutoShape 77"/>
          <p:cNvCxnSpPr>
            <a:cxnSpLocks noChangeShapeType="1"/>
            <a:stCxn id="35880" idx="0"/>
            <a:endCxn id="35878" idx="5"/>
          </p:cNvCxnSpPr>
          <p:nvPr/>
        </p:nvCxnSpPr>
        <p:spPr bwMode="auto">
          <a:xfrm flipH="1" flipV="1">
            <a:off x="6461125" y="5559425"/>
            <a:ext cx="207963" cy="26511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35887" name="AutoShape 78"/>
          <p:cNvCxnSpPr>
            <a:cxnSpLocks noChangeShapeType="1"/>
            <a:stCxn id="35879" idx="0"/>
            <a:endCxn id="35878" idx="3"/>
          </p:cNvCxnSpPr>
          <p:nvPr/>
        </p:nvCxnSpPr>
        <p:spPr bwMode="auto">
          <a:xfrm flipV="1">
            <a:off x="6056313" y="5559425"/>
            <a:ext cx="179387" cy="26511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35888" name="AutoShape 79"/>
          <p:cNvCxnSpPr>
            <a:cxnSpLocks noChangeShapeType="1"/>
            <a:stCxn id="35890" idx="7"/>
            <a:endCxn id="35877" idx="3"/>
          </p:cNvCxnSpPr>
          <p:nvPr/>
        </p:nvCxnSpPr>
        <p:spPr bwMode="auto">
          <a:xfrm flipV="1">
            <a:off x="5286375" y="5064125"/>
            <a:ext cx="360363" cy="23177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35889" name="AutoShape 80"/>
          <p:cNvCxnSpPr>
            <a:cxnSpLocks noChangeShapeType="1"/>
            <a:stCxn id="35878" idx="1"/>
            <a:endCxn id="35877" idx="5"/>
          </p:cNvCxnSpPr>
          <p:nvPr/>
        </p:nvCxnSpPr>
        <p:spPr bwMode="auto">
          <a:xfrm flipH="1" flipV="1">
            <a:off x="5873750" y="5064125"/>
            <a:ext cx="361950" cy="212725"/>
          </a:xfrm>
          <a:prstGeom prst="straightConnector1">
            <a:avLst/>
          </a:prstGeom>
          <a:noFill/>
          <a:ln w="57150">
            <a:solidFill>
              <a:schemeClr val="tx2"/>
            </a:solidFill>
            <a:round/>
            <a:headEnd/>
            <a:tailEnd/>
          </a:ln>
        </p:spPr>
      </p:cxnSp>
      <p:sp>
        <p:nvSpPr>
          <p:cNvPr id="35890" name="Oval 81"/>
          <p:cNvSpPr>
            <a:spLocks noChangeArrowheads="1"/>
          </p:cNvSpPr>
          <p:nvPr/>
        </p:nvSpPr>
        <p:spPr bwMode="auto">
          <a:xfrm>
            <a:off x="5013325" y="5257800"/>
            <a:ext cx="319088" cy="320675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anchor="ctr" anchorCtr="1"/>
          <a:lstStyle/>
          <a:p>
            <a:r>
              <a:rPr lang="en-US" sz="1800">
                <a:solidFill>
                  <a:srgbClr val="000000"/>
                </a:solidFill>
                <a:latin typeface="Times New Roman" charset="0"/>
                <a:sym typeface="Symbol" charset="2"/>
              </a:rPr>
              <a:t>1</a:t>
            </a:r>
          </a:p>
        </p:txBody>
      </p:sp>
      <p:sp>
        <p:nvSpPr>
          <p:cNvPr id="35891" name="Rectangle 82"/>
          <p:cNvSpPr>
            <a:spLocks noChangeAspect="1" noChangeArrowheads="1"/>
          </p:cNvSpPr>
          <p:nvPr/>
        </p:nvSpPr>
        <p:spPr bwMode="auto">
          <a:xfrm>
            <a:off x="4764088" y="5834063"/>
            <a:ext cx="230187" cy="230187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sz="1800"/>
          </a:p>
        </p:txBody>
      </p:sp>
      <p:sp>
        <p:nvSpPr>
          <p:cNvPr id="35892" name="Rectangle 83"/>
          <p:cNvSpPr>
            <a:spLocks noChangeAspect="1" noChangeArrowheads="1"/>
          </p:cNvSpPr>
          <p:nvPr/>
        </p:nvSpPr>
        <p:spPr bwMode="auto">
          <a:xfrm>
            <a:off x="5351463" y="5834063"/>
            <a:ext cx="230187" cy="230187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sz="1800"/>
          </a:p>
        </p:txBody>
      </p:sp>
      <p:cxnSp>
        <p:nvCxnSpPr>
          <p:cNvPr id="35893" name="AutoShape 84"/>
          <p:cNvCxnSpPr>
            <a:cxnSpLocks noChangeShapeType="1"/>
            <a:stCxn id="35892" idx="0"/>
            <a:endCxn id="35890" idx="5"/>
          </p:cNvCxnSpPr>
          <p:nvPr/>
        </p:nvCxnSpPr>
        <p:spPr bwMode="auto">
          <a:xfrm flipH="1" flipV="1">
            <a:off x="5286375" y="5540375"/>
            <a:ext cx="180975" cy="2841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35894" name="AutoShape 85"/>
          <p:cNvCxnSpPr>
            <a:cxnSpLocks noChangeShapeType="1"/>
            <a:stCxn id="35891" idx="0"/>
            <a:endCxn id="35890" idx="3"/>
          </p:cNvCxnSpPr>
          <p:nvPr/>
        </p:nvCxnSpPr>
        <p:spPr bwMode="auto">
          <a:xfrm flipV="1">
            <a:off x="4879975" y="5540375"/>
            <a:ext cx="179388" cy="2841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</p:cxnSp>
      <p:sp>
        <p:nvSpPr>
          <p:cNvPr id="35895" name="Oval 86"/>
          <p:cNvSpPr>
            <a:spLocks noChangeArrowheads="1"/>
          </p:cNvSpPr>
          <p:nvPr/>
        </p:nvSpPr>
        <p:spPr bwMode="auto">
          <a:xfrm>
            <a:off x="7470775" y="5257800"/>
            <a:ext cx="320675" cy="320675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anchor="ctr" anchorCtr="1"/>
          <a:lstStyle/>
          <a:p>
            <a:r>
              <a:rPr lang="en-US" sz="1800">
                <a:solidFill>
                  <a:srgbClr val="000000"/>
                </a:solidFill>
                <a:latin typeface="Times New Roman" charset="0"/>
                <a:sym typeface="Symbol" charset="2"/>
              </a:rPr>
              <a:t>8</a:t>
            </a:r>
          </a:p>
        </p:txBody>
      </p:sp>
      <p:sp>
        <p:nvSpPr>
          <p:cNvPr id="35896" name="Rectangle 87"/>
          <p:cNvSpPr>
            <a:spLocks noChangeAspect="1" noChangeArrowheads="1"/>
          </p:cNvSpPr>
          <p:nvPr/>
        </p:nvSpPr>
        <p:spPr bwMode="auto">
          <a:xfrm>
            <a:off x="7223125" y="5834063"/>
            <a:ext cx="230188" cy="230187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sz="1800"/>
          </a:p>
        </p:txBody>
      </p:sp>
      <p:sp>
        <p:nvSpPr>
          <p:cNvPr id="35897" name="Rectangle 88"/>
          <p:cNvSpPr>
            <a:spLocks noChangeAspect="1" noChangeArrowheads="1"/>
          </p:cNvSpPr>
          <p:nvPr/>
        </p:nvSpPr>
        <p:spPr bwMode="auto">
          <a:xfrm>
            <a:off x="7808913" y="5834063"/>
            <a:ext cx="231775" cy="230187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sz="1800"/>
          </a:p>
        </p:txBody>
      </p:sp>
      <p:cxnSp>
        <p:nvCxnSpPr>
          <p:cNvPr id="35898" name="AutoShape 89"/>
          <p:cNvCxnSpPr>
            <a:cxnSpLocks noChangeShapeType="1"/>
            <a:stCxn id="35897" idx="0"/>
            <a:endCxn id="35895" idx="5"/>
          </p:cNvCxnSpPr>
          <p:nvPr/>
        </p:nvCxnSpPr>
        <p:spPr bwMode="auto">
          <a:xfrm flipH="1" flipV="1">
            <a:off x="7743825" y="5540375"/>
            <a:ext cx="180975" cy="2841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35899" name="AutoShape 90"/>
          <p:cNvCxnSpPr>
            <a:cxnSpLocks noChangeShapeType="1"/>
            <a:stCxn id="35896" idx="0"/>
            <a:endCxn id="35895" idx="3"/>
          </p:cNvCxnSpPr>
          <p:nvPr/>
        </p:nvCxnSpPr>
        <p:spPr bwMode="auto">
          <a:xfrm flipV="1">
            <a:off x="7339013" y="5540375"/>
            <a:ext cx="179387" cy="2841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</p:cxnSp>
      <p:sp>
        <p:nvSpPr>
          <p:cNvPr id="35900" name="Text Box 91"/>
          <p:cNvSpPr txBox="1">
            <a:spLocks noChangeArrowheads="1"/>
          </p:cNvSpPr>
          <p:nvPr/>
        </p:nvSpPr>
        <p:spPr bwMode="auto">
          <a:xfrm>
            <a:off x="6019800" y="1660525"/>
            <a:ext cx="323850" cy="396875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>
                <a:solidFill>
                  <a:schemeClr val="tx2"/>
                </a:solidFill>
                <a:latin typeface="Symbol" charset="2"/>
                <a:sym typeface="Symbol" charset="2"/>
              </a:rPr>
              <a:t>&lt;</a:t>
            </a:r>
          </a:p>
        </p:txBody>
      </p:sp>
      <p:sp>
        <p:nvSpPr>
          <p:cNvPr id="35901" name="Text Box 92"/>
          <p:cNvSpPr txBox="1">
            <a:spLocks noChangeArrowheads="1"/>
          </p:cNvSpPr>
          <p:nvPr/>
        </p:nvSpPr>
        <p:spPr bwMode="auto">
          <a:xfrm>
            <a:off x="5791200" y="2193925"/>
            <a:ext cx="323850" cy="396875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>
                <a:solidFill>
                  <a:schemeClr val="tx2"/>
                </a:solidFill>
                <a:latin typeface="Symbol" charset="2"/>
                <a:sym typeface="Symbol" charset="2"/>
              </a:rPr>
              <a:t>&gt;</a:t>
            </a:r>
          </a:p>
        </p:txBody>
      </p:sp>
      <p:sp>
        <p:nvSpPr>
          <p:cNvPr id="35902" name="AutoShape 96"/>
          <p:cNvSpPr>
            <a:spLocks noChangeArrowheads="1"/>
          </p:cNvSpPr>
          <p:nvPr/>
        </p:nvSpPr>
        <p:spPr bwMode="auto">
          <a:xfrm rot="18601582" flipH="1">
            <a:off x="5442744" y="2667794"/>
            <a:ext cx="1217613" cy="612775"/>
          </a:xfrm>
          <a:prstGeom prst="roundRect">
            <a:avLst>
              <a:gd name="adj" fmla="val 29167"/>
            </a:avLst>
          </a:prstGeom>
          <a:noFill/>
          <a:ln w="12700">
            <a:solidFill>
              <a:schemeClr val="tx2"/>
            </a:solidFill>
            <a:prstDash val="lgDash"/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Deletion (cont.)</a:t>
            </a:r>
          </a:p>
        </p:txBody>
      </p:sp>
      <p:sp>
        <p:nvSpPr>
          <p:cNvPr id="36867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838200" y="1524000"/>
            <a:ext cx="3886200" cy="4343400"/>
          </a:xfrm>
        </p:spPr>
        <p:txBody>
          <a:bodyPr/>
          <a:lstStyle/>
          <a:p>
            <a:pPr>
              <a:lnSpc>
                <a:spcPct val="90000"/>
              </a:lnSpc>
              <a:buClrTx/>
              <a:buFont typeface="Times" charset="0"/>
              <a:buChar char="•"/>
            </a:pPr>
            <a:r>
              <a:rPr lang="en-US" sz="2000" dirty="0" smtClean="0"/>
              <a:t>We consider the case where the key </a:t>
            </a:r>
            <a:r>
              <a:rPr lang="en-US" sz="2000" b="1" i="1" dirty="0" smtClean="0">
                <a:latin typeface="Times New Roman" charset="0"/>
              </a:rPr>
              <a:t>k</a:t>
            </a:r>
            <a:r>
              <a:rPr lang="en-US" sz="2000" dirty="0" smtClean="0"/>
              <a:t> to be removed is stored at a node </a:t>
            </a:r>
            <a:r>
              <a:rPr lang="en-US" sz="2000" b="1" i="1" dirty="0" smtClean="0">
                <a:latin typeface="Times New Roman" charset="0"/>
              </a:rPr>
              <a:t>w</a:t>
            </a:r>
            <a:r>
              <a:rPr lang="en-US" sz="2000" dirty="0" smtClean="0"/>
              <a:t> whose children are both internal</a:t>
            </a:r>
          </a:p>
          <a:p>
            <a:pPr lvl="1">
              <a:lnSpc>
                <a:spcPct val="90000"/>
              </a:lnSpc>
              <a:buClrTx/>
              <a:buFont typeface="Times" charset="0"/>
              <a:buChar char="•"/>
            </a:pPr>
            <a:r>
              <a:rPr lang="en-US" sz="1800" dirty="0" smtClean="0"/>
              <a:t>we find the internal node </a:t>
            </a:r>
            <a:r>
              <a:rPr lang="en-US" sz="1800" b="1" i="1" dirty="0" smtClean="0">
                <a:latin typeface="Times New Roman" charset="0"/>
              </a:rPr>
              <a:t>y </a:t>
            </a:r>
            <a:r>
              <a:rPr lang="en-US" sz="1800" dirty="0" smtClean="0"/>
              <a:t>that follows </a:t>
            </a:r>
            <a:r>
              <a:rPr lang="en-US" sz="1800" b="1" i="1" dirty="0" smtClean="0">
                <a:latin typeface="Times New Roman" charset="0"/>
              </a:rPr>
              <a:t>w</a:t>
            </a:r>
            <a:r>
              <a:rPr lang="en-US" sz="1800" dirty="0" smtClean="0"/>
              <a:t> in an </a:t>
            </a:r>
            <a:r>
              <a:rPr lang="en-US" sz="1800" dirty="0" err="1" smtClean="0"/>
              <a:t>inorder</a:t>
            </a:r>
            <a:r>
              <a:rPr lang="en-US" sz="1800" dirty="0" smtClean="0"/>
              <a:t> traversal</a:t>
            </a:r>
          </a:p>
          <a:p>
            <a:pPr lvl="1">
              <a:lnSpc>
                <a:spcPct val="90000"/>
              </a:lnSpc>
              <a:buClrTx/>
              <a:buFont typeface="Times" charset="0"/>
              <a:buChar char="•"/>
            </a:pPr>
            <a:r>
              <a:rPr lang="en-US" sz="1800" dirty="0" smtClean="0"/>
              <a:t>we copy </a:t>
            </a:r>
            <a:r>
              <a:rPr lang="en-US" sz="1800" b="1" i="1" dirty="0" smtClean="0">
                <a:latin typeface="Times New Roman" charset="0"/>
              </a:rPr>
              <a:t>key</a:t>
            </a:r>
            <a:r>
              <a:rPr lang="en-US" sz="1800" dirty="0" smtClean="0">
                <a:latin typeface="Times New Roman" charset="0"/>
              </a:rPr>
              <a:t>(</a:t>
            </a:r>
            <a:r>
              <a:rPr lang="en-US" sz="1800" b="1" i="1" dirty="0" smtClean="0">
                <a:latin typeface="Times New Roman" charset="0"/>
              </a:rPr>
              <a:t>y</a:t>
            </a:r>
            <a:r>
              <a:rPr lang="en-US" sz="1800" dirty="0" smtClean="0">
                <a:latin typeface="Times New Roman" charset="0"/>
              </a:rPr>
              <a:t>)</a:t>
            </a:r>
            <a:r>
              <a:rPr lang="en-US" sz="1800" dirty="0" smtClean="0"/>
              <a:t> into node </a:t>
            </a:r>
            <a:r>
              <a:rPr lang="en-US" sz="1800" b="1" i="1" dirty="0" smtClean="0">
                <a:latin typeface="Times New Roman" charset="0"/>
              </a:rPr>
              <a:t>w</a:t>
            </a:r>
            <a:endParaRPr lang="en-US" sz="1800" dirty="0" smtClean="0"/>
          </a:p>
          <a:p>
            <a:pPr lvl="1">
              <a:lnSpc>
                <a:spcPct val="90000"/>
              </a:lnSpc>
              <a:buClrTx/>
              <a:buFont typeface="Times" charset="0"/>
              <a:buChar char="•"/>
            </a:pPr>
            <a:r>
              <a:rPr lang="en-US" sz="1800" dirty="0" smtClean="0"/>
              <a:t>we remove node </a:t>
            </a:r>
            <a:r>
              <a:rPr lang="en-US" sz="1800" b="1" i="1" dirty="0" smtClean="0">
                <a:latin typeface="Times New Roman" charset="0"/>
              </a:rPr>
              <a:t>y </a:t>
            </a:r>
            <a:r>
              <a:rPr lang="en-US" sz="1800" dirty="0" smtClean="0"/>
              <a:t>and its left child </a:t>
            </a:r>
            <a:r>
              <a:rPr lang="en-US" sz="1800" b="1" i="1" dirty="0" smtClean="0">
                <a:latin typeface="Times New Roman" charset="0"/>
              </a:rPr>
              <a:t>z </a:t>
            </a:r>
            <a:r>
              <a:rPr lang="en-US" sz="1800" dirty="0" smtClean="0"/>
              <a:t>(which must be a leaf) by means of operation </a:t>
            </a:r>
            <a:r>
              <a:rPr lang="en-US" sz="1800" dirty="0" err="1" smtClean="0">
                <a:solidFill>
                  <a:schemeClr val="tx2"/>
                </a:solidFill>
              </a:rPr>
              <a:t>removeAboveExternal</a:t>
            </a:r>
            <a:r>
              <a:rPr lang="en-US" sz="1800" dirty="0" smtClean="0"/>
              <a:t>(</a:t>
            </a:r>
            <a:r>
              <a:rPr lang="en-US" sz="1800" b="1" i="1" dirty="0" smtClean="0">
                <a:latin typeface="Times New Roman" charset="0"/>
              </a:rPr>
              <a:t>z</a:t>
            </a:r>
            <a:r>
              <a:rPr lang="en-US" sz="1800" dirty="0" smtClean="0"/>
              <a:t>)</a:t>
            </a:r>
          </a:p>
          <a:p>
            <a:pPr>
              <a:lnSpc>
                <a:spcPct val="90000"/>
              </a:lnSpc>
              <a:buClrTx/>
              <a:buFont typeface="Times" charset="0"/>
              <a:buChar char="•"/>
            </a:pPr>
            <a:r>
              <a:rPr lang="en-US" sz="2000" dirty="0" smtClean="0"/>
              <a:t>Example: remove 3</a:t>
            </a:r>
          </a:p>
          <a:p>
            <a:pPr>
              <a:lnSpc>
                <a:spcPct val="90000"/>
              </a:lnSpc>
            </a:pPr>
            <a:endParaRPr lang="en-US" dirty="0" smtClean="0"/>
          </a:p>
        </p:txBody>
      </p:sp>
      <p:sp>
        <p:nvSpPr>
          <p:cNvPr id="36868" name="Oval 4"/>
          <p:cNvSpPr>
            <a:spLocks noChangeArrowheads="1"/>
          </p:cNvSpPr>
          <p:nvPr/>
        </p:nvSpPr>
        <p:spPr bwMode="auto">
          <a:xfrm flipH="1">
            <a:off x="6248400" y="1966913"/>
            <a:ext cx="320675" cy="319087"/>
          </a:xfrm>
          <a:prstGeom prst="ellipse">
            <a:avLst/>
          </a:prstGeom>
          <a:solidFill>
            <a:schemeClr val="accent1"/>
          </a:solidFill>
          <a:ln w="57150">
            <a:solidFill>
              <a:schemeClr val="tx2"/>
            </a:solidFill>
            <a:round/>
            <a:headEnd/>
            <a:tailEnd/>
          </a:ln>
        </p:spPr>
        <p:txBody>
          <a:bodyPr wrap="none" lIns="0" tIns="0" rIns="0" anchor="ctr" anchorCtr="1"/>
          <a:lstStyle/>
          <a:p>
            <a:r>
              <a:rPr lang="en-US" sz="1800">
                <a:solidFill>
                  <a:schemeClr val="tx2"/>
                </a:solidFill>
                <a:latin typeface="Times New Roman" charset="0"/>
                <a:sym typeface="Symbol" charset="2"/>
              </a:rPr>
              <a:t>3</a:t>
            </a:r>
          </a:p>
        </p:txBody>
      </p:sp>
      <p:sp>
        <p:nvSpPr>
          <p:cNvPr id="36869" name="Oval 5"/>
          <p:cNvSpPr>
            <a:spLocks noChangeArrowheads="1"/>
          </p:cNvSpPr>
          <p:nvPr/>
        </p:nvSpPr>
        <p:spPr bwMode="auto">
          <a:xfrm flipH="1">
            <a:off x="5257800" y="1584325"/>
            <a:ext cx="319088" cy="320675"/>
          </a:xfrm>
          <a:prstGeom prst="ellipse">
            <a:avLst/>
          </a:prstGeom>
          <a:solidFill>
            <a:schemeClr val="accent1"/>
          </a:solidFill>
          <a:ln w="57150">
            <a:solidFill>
              <a:schemeClr val="tx2"/>
            </a:solidFill>
            <a:round/>
            <a:headEnd/>
            <a:tailEnd/>
          </a:ln>
        </p:spPr>
        <p:txBody>
          <a:bodyPr wrap="none" lIns="0" tIns="0" rIns="0" anchor="ctr" anchorCtr="1"/>
          <a:lstStyle/>
          <a:p>
            <a:r>
              <a:rPr lang="en-US" sz="1800">
                <a:solidFill>
                  <a:schemeClr val="tx2"/>
                </a:solidFill>
                <a:latin typeface="Times New Roman" charset="0"/>
                <a:sym typeface="Symbol" charset="2"/>
              </a:rPr>
              <a:t>1</a:t>
            </a:r>
          </a:p>
        </p:txBody>
      </p:sp>
      <p:sp>
        <p:nvSpPr>
          <p:cNvPr id="36870" name="Oval 6"/>
          <p:cNvSpPr>
            <a:spLocks noChangeArrowheads="1"/>
          </p:cNvSpPr>
          <p:nvPr/>
        </p:nvSpPr>
        <p:spPr bwMode="auto">
          <a:xfrm flipH="1">
            <a:off x="7586663" y="2346325"/>
            <a:ext cx="319087" cy="320675"/>
          </a:xfrm>
          <a:prstGeom prst="ellipse">
            <a:avLst/>
          </a:prstGeom>
          <a:solidFill>
            <a:schemeClr val="accent1"/>
          </a:solidFill>
          <a:ln w="57150">
            <a:solidFill>
              <a:schemeClr val="tx2"/>
            </a:solidFill>
            <a:round/>
            <a:headEnd/>
            <a:tailEnd/>
          </a:ln>
        </p:spPr>
        <p:txBody>
          <a:bodyPr wrap="none" lIns="0" tIns="0" rIns="0" anchor="ctr" anchorCtr="1"/>
          <a:lstStyle/>
          <a:p>
            <a:r>
              <a:rPr lang="en-US" sz="1800">
                <a:solidFill>
                  <a:srgbClr val="000000"/>
                </a:solidFill>
                <a:latin typeface="Times New Roman" charset="0"/>
                <a:sym typeface="Symbol" charset="2"/>
              </a:rPr>
              <a:t>8</a:t>
            </a:r>
          </a:p>
        </p:txBody>
      </p:sp>
      <p:sp>
        <p:nvSpPr>
          <p:cNvPr id="36871" name="Oval 7"/>
          <p:cNvSpPr>
            <a:spLocks noChangeArrowheads="1"/>
          </p:cNvSpPr>
          <p:nvPr/>
        </p:nvSpPr>
        <p:spPr bwMode="auto">
          <a:xfrm flipH="1">
            <a:off x="6997700" y="2819400"/>
            <a:ext cx="320675" cy="320675"/>
          </a:xfrm>
          <a:prstGeom prst="ellipse">
            <a:avLst/>
          </a:prstGeom>
          <a:solidFill>
            <a:schemeClr val="accent1"/>
          </a:solidFill>
          <a:ln w="57150">
            <a:solidFill>
              <a:schemeClr val="tx2"/>
            </a:solidFill>
            <a:round/>
            <a:headEnd/>
            <a:tailEnd/>
          </a:ln>
        </p:spPr>
        <p:txBody>
          <a:bodyPr wrap="none" lIns="0" tIns="0" rIns="0" anchor="ctr" anchorCtr="1"/>
          <a:lstStyle/>
          <a:p>
            <a:r>
              <a:rPr lang="en-US" sz="1800">
                <a:solidFill>
                  <a:srgbClr val="000000"/>
                </a:solidFill>
                <a:latin typeface="Times New Roman" charset="0"/>
                <a:sym typeface="Symbol" charset="2"/>
              </a:rPr>
              <a:t>6</a:t>
            </a:r>
          </a:p>
        </p:txBody>
      </p:sp>
      <p:sp>
        <p:nvSpPr>
          <p:cNvPr id="36872" name="Rectangle 8"/>
          <p:cNvSpPr>
            <a:spLocks noChangeAspect="1" noChangeArrowheads="1"/>
          </p:cNvSpPr>
          <p:nvPr/>
        </p:nvSpPr>
        <p:spPr bwMode="auto">
          <a:xfrm flipH="1">
            <a:off x="7335838" y="3367088"/>
            <a:ext cx="230187" cy="230187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sz="1800"/>
          </a:p>
        </p:txBody>
      </p:sp>
      <p:cxnSp>
        <p:nvCxnSpPr>
          <p:cNvPr id="36873" name="AutoShape 10"/>
          <p:cNvCxnSpPr>
            <a:cxnSpLocks noChangeShapeType="1"/>
            <a:stCxn id="36868" idx="3"/>
            <a:endCxn id="36870" idx="7"/>
          </p:cNvCxnSpPr>
          <p:nvPr/>
        </p:nvCxnSpPr>
        <p:spPr bwMode="auto">
          <a:xfrm>
            <a:off x="6521450" y="2266950"/>
            <a:ext cx="1112838" cy="96838"/>
          </a:xfrm>
          <a:prstGeom prst="straightConnector1">
            <a:avLst/>
          </a:prstGeom>
          <a:noFill/>
          <a:ln w="57150">
            <a:solidFill>
              <a:schemeClr val="tx2"/>
            </a:solidFill>
            <a:round/>
            <a:headEnd/>
            <a:tailEnd/>
          </a:ln>
        </p:spPr>
      </p:cxnSp>
      <p:cxnSp>
        <p:nvCxnSpPr>
          <p:cNvPr id="36874" name="AutoShape 11"/>
          <p:cNvCxnSpPr>
            <a:cxnSpLocks noChangeShapeType="1"/>
            <a:stCxn id="36869" idx="3"/>
            <a:endCxn id="36868" idx="7"/>
          </p:cNvCxnSpPr>
          <p:nvPr/>
        </p:nvCxnSpPr>
        <p:spPr bwMode="auto">
          <a:xfrm>
            <a:off x="5530850" y="1885950"/>
            <a:ext cx="763588" cy="98425"/>
          </a:xfrm>
          <a:prstGeom prst="straightConnector1">
            <a:avLst/>
          </a:prstGeom>
          <a:noFill/>
          <a:ln w="57150">
            <a:solidFill>
              <a:schemeClr val="tx2"/>
            </a:solidFill>
            <a:round/>
            <a:headEnd/>
            <a:tailEnd/>
          </a:ln>
        </p:spPr>
      </p:cxnSp>
      <p:cxnSp>
        <p:nvCxnSpPr>
          <p:cNvPr id="36875" name="AutoShape 12"/>
          <p:cNvCxnSpPr>
            <a:cxnSpLocks noChangeShapeType="1"/>
            <a:stCxn id="36898" idx="0"/>
            <a:endCxn id="36869" idx="5"/>
          </p:cNvCxnSpPr>
          <p:nvPr/>
        </p:nvCxnSpPr>
        <p:spPr bwMode="auto">
          <a:xfrm flipV="1">
            <a:off x="4840288" y="1885950"/>
            <a:ext cx="465137" cy="11588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36876" name="AutoShape 14"/>
          <p:cNvCxnSpPr>
            <a:cxnSpLocks noChangeShapeType="1"/>
            <a:stCxn id="36885" idx="1"/>
            <a:endCxn id="36871" idx="5"/>
          </p:cNvCxnSpPr>
          <p:nvPr/>
        </p:nvCxnSpPr>
        <p:spPr bwMode="auto">
          <a:xfrm flipV="1">
            <a:off x="6846888" y="3121025"/>
            <a:ext cx="196850" cy="204788"/>
          </a:xfrm>
          <a:prstGeom prst="straightConnector1">
            <a:avLst/>
          </a:prstGeom>
          <a:noFill/>
          <a:ln w="57150">
            <a:solidFill>
              <a:schemeClr val="tx2"/>
            </a:solidFill>
            <a:round/>
            <a:headEnd/>
            <a:tailEnd/>
          </a:ln>
        </p:spPr>
      </p:cxnSp>
      <p:cxnSp>
        <p:nvCxnSpPr>
          <p:cNvPr id="36877" name="AutoShape 15"/>
          <p:cNvCxnSpPr>
            <a:cxnSpLocks noChangeShapeType="1"/>
            <a:stCxn id="36872" idx="0"/>
            <a:endCxn id="36871" idx="3"/>
          </p:cNvCxnSpPr>
          <p:nvPr/>
        </p:nvCxnSpPr>
        <p:spPr bwMode="auto">
          <a:xfrm flipH="1" flipV="1">
            <a:off x="7270750" y="3121025"/>
            <a:ext cx="180975" cy="2365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36878" name="AutoShape 16"/>
          <p:cNvCxnSpPr>
            <a:cxnSpLocks noChangeShapeType="1"/>
            <a:stCxn id="36880" idx="7"/>
            <a:endCxn id="36870" idx="3"/>
          </p:cNvCxnSpPr>
          <p:nvPr/>
        </p:nvCxnSpPr>
        <p:spPr bwMode="auto">
          <a:xfrm flipH="1" flipV="1">
            <a:off x="7859713" y="2647950"/>
            <a:ext cx="361950" cy="2079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36879" name="AutoShape 17"/>
          <p:cNvCxnSpPr>
            <a:cxnSpLocks noChangeShapeType="1"/>
            <a:stCxn id="36871" idx="1"/>
            <a:endCxn id="36870" idx="5"/>
          </p:cNvCxnSpPr>
          <p:nvPr/>
        </p:nvCxnSpPr>
        <p:spPr bwMode="auto">
          <a:xfrm flipV="1">
            <a:off x="7270750" y="2647950"/>
            <a:ext cx="363538" cy="188913"/>
          </a:xfrm>
          <a:prstGeom prst="straightConnector1">
            <a:avLst/>
          </a:prstGeom>
          <a:noFill/>
          <a:ln w="57150">
            <a:solidFill>
              <a:schemeClr val="tx2"/>
            </a:solidFill>
            <a:round/>
            <a:headEnd/>
            <a:tailEnd/>
          </a:ln>
        </p:spPr>
      </p:cxnSp>
      <p:sp>
        <p:nvSpPr>
          <p:cNvPr id="36880" name="Oval 18"/>
          <p:cNvSpPr>
            <a:spLocks noChangeArrowheads="1"/>
          </p:cNvSpPr>
          <p:nvPr/>
        </p:nvSpPr>
        <p:spPr bwMode="auto">
          <a:xfrm flipH="1">
            <a:off x="8174038" y="2819400"/>
            <a:ext cx="319087" cy="320675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anchor="ctr" anchorCtr="1"/>
          <a:lstStyle/>
          <a:p>
            <a:r>
              <a:rPr lang="en-US" sz="1800">
                <a:solidFill>
                  <a:srgbClr val="000000"/>
                </a:solidFill>
                <a:latin typeface="Times New Roman" charset="0"/>
                <a:sym typeface="Symbol" charset="2"/>
              </a:rPr>
              <a:t>9</a:t>
            </a:r>
          </a:p>
        </p:txBody>
      </p:sp>
      <p:sp>
        <p:nvSpPr>
          <p:cNvPr id="36881" name="Rectangle 19"/>
          <p:cNvSpPr>
            <a:spLocks noChangeAspect="1" noChangeArrowheads="1"/>
          </p:cNvSpPr>
          <p:nvPr/>
        </p:nvSpPr>
        <p:spPr bwMode="auto">
          <a:xfrm flipH="1">
            <a:off x="8512175" y="3367088"/>
            <a:ext cx="230188" cy="230187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sz="1800"/>
          </a:p>
        </p:txBody>
      </p:sp>
      <p:sp>
        <p:nvSpPr>
          <p:cNvPr id="36882" name="Rectangle 20"/>
          <p:cNvSpPr>
            <a:spLocks noChangeAspect="1" noChangeArrowheads="1"/>
          </p:cNvSpPr>
          <p:nvPr/>
        </p:nvSpPr>
        <p:spPr bwMode="auto">
          <a:xfrm flipH="1">
            <a:off x="7924800" y="3367088"/>
            <a:ext cx="230188" cy="230187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sz="1800"/>
          </a:p>
        </p:txBody>
      </p:sp>
      <p:cxnSp>
        <p:nvCxnSpPr>
          <p:cNvPr id="36883" name="AutoShape 21"/>
          <p:cNvCxnSpPr>
            <a:cxnSpLocks noChangeShapeType="1"/>
            <a:stCxn id="36882" idx="0"/>
            <a:endCxn id="36880" idx="5"/>
          </p:cNvCxnSpPr>
          <p:nvPr/>
        </p:nvCxnSpPr>
        <p:spPr bwMode="auto">
          <a:xfrm flipV="1">
            <a:off x="8040688" y="3101975"/>
            <a:ext cx="180975" cy="25558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36884" name="AutoShape 22"/>
          <p:cNvCxnSpPr>
            <a:cxnSpLocks noChangeShapeType="1"/>
            <a:stCxn id="36881" idx="0"/>
            <a:endCxn id="36880" idx="3"/>
          </p:cNvCxnSpPr>
          <p:nvPr/>
        </p:nvCxnSpPr>
        <p:spPr bwMode="auto">
          <a:xfrm flipH="1" flipV="1">
            <a:off x="8447088" y="3101975"/>
            <a:ext cx="180975" cy="25558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</p:cxnSp>
      <p:sp>
        <p:nvSpPr>
          <p:cNvPr id="36885" name="Oval 28"/>
          <p:cNvSpPr>
            <a:spLocks noChangeArrowheads="1"/>
          </p:cNvSpPr>
          <p:nvPr/>
        </p:nvSpPr>
        <p:spPr bwMode="auto">
          <a:xfrm flipH="1">
            <a:off x="6573838" y="3308350"/>
            <a:ext cx="320675" cy="320675"/>
          </a:xfrm>
          <a:prstGeom prst="ellipse">
            <a:avLst/>
          </a:prstGeom>
          <a:solidFill>
            <a:schemeClr val="accent1"/>
          </a:solidFill>
          <a:ln w="57150">
            <a:solidFill>
              <a:schemeClr val="tx2"/>
            </a:solidFill>
            <a:round/>
            <a:headEnd/>
            <a:tailEnd/>
          </a:ln>
        </p:spPr>
        <p:txBody>
          <a:bodyPr wrap="none" lIns="0" tIns="0" rIns="0" anchor="ctr" anchorCtr="1"/>
          <a:lstStyle/>
          <a:p>
            <a:r>
              <a:rPr lang="en-US" sz="1800">
                <a:solidFill>
                  <a:srgbClr val="000000"/>
                </a:solidFill>
                <a:latin typeface="Times New Roman" charset="0"/>
                <a:sym typeface="Symbol" charset="2"/>
              </a:rPr>
              <a:t>5</a:t>
            </a:r>
          </a:p>
        </p:txBody>
      </p:sp>
      <p:sp>
        <p:nvSpPr>
          <p:cNvPr id="36886" name="Rectangle 29"/>
          <p:cNvSpPr>
            <a:spLocks noChangeAspect="1" noChangeArrowheads="1"/>
          </p:cNvSpPr>
          <p:nvPr/>
        </p:nvSpPr>
        <p:spPr bwMode="auto">
          <a:xfrm flipH="1">
            <a:off x="6911975" y="3884613"/>
            <a:ext cx="230188" cy="230187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sz="1800"/>
          </a:p>
        </p:txBody>
      </p:sp>
      <p:sp>
        <p:nvSpPr>
          <p:cNvPr id="36887" name="Rectangle 30"/>
          <p:cNvSpPr>
            <a:spLocks noChangeAspect="1" noChangeArrowheads="1"/>
          </p:cNvSpPr>
          <p:nvPr/>
        </p:nvSpPr>
        <p:spPr bwMode="auto">
          <a:xfrm flipH="1">
            <a:off x="6324600" y="3884613"/>
            <a:ext cx="231775" cy="230187"/>
          </a:xfrm>
          <a:prstGeom prst="rect">
            <a:avLst/>
          </a:prstGeom>
          <a:solidFill>
            <a:schemeClr val="folHlink"/>
          </a:solidFill>
          <a:ln w="57150">
            <a:solidFill>
              <a:schemeClr val="tx2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sz="1800"/>
          </a:p>
        </p:txBody>
      </p:sp>
      <p:cxnSp>
        <p:nvCxnSpPr>
          <p:cNvPr id="36888" name="AutoShape 31"/>
          <p:cNvCxnSpPr>
            <a:cxnSpLocks noChangeShapeType="1"/>
            <a:stCxn id="36887" idx="0"/>
            <a:endCxn id="36885" idx="5"/>
          </p:cNvCxnSpPr>
          <p:nvPr/>
        </p:nvCxnSpPr>
        <p:spPr bwMode="auto">
          <a:xfrm flipV="1">
            <a:off x="6440488" y="3609975"/>
            <a:ext cx="179387" cy="246063"/>
          </a:xfrm>
          <a:prstGeom prst="straightConnector1">
            <a:avLst/>
          </a:prstGeom>
          <a:noFill/>
          <a:ln w="57150">
            <a:solidFill>
              <a:schemeClr val="tx2"/>
            </a:solidFill>
            <a:round/>
            <a:headEnd/>
            <a:tailEnd/>
          </a:ln>
        </p:spPr>
      </p:cxnSp>
      <p:cxnSp>
        <p:nvCxnSpPr>
          <p:cNvPr id="36889" name="AutoShape 32"/>
          <p:cNvCxnSpPr>
            <a:cxnSpLocks noChangeShapeType="1"/>
            <a:stCxn id="36886" idx="0"/>
            <a:endCxn id="36885" idx="3"/>
          </p:cNvCxnSpPr>
          <p:nvPr/>
        </p:nvCxnSpPr>
        <p:spPr bwMode="auto">
          <a:xfrm flipH="1" flipV="1">
            <a:off x="6846888" y="3609975"/>
            <a:ext cx="180975" cy="26511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</p:cxnSp>
      <p:sp>
        <p:nvSpPr>
          <p:cNvPr id="36890" name="Text Box 33"/>
          <p:cNvSpPr txBox="1">
            <a:spLocks noChangeArrowheads="1"/>
          </p:cNvSpPr>
          <p:nvPr/>
        </p:nvSpPr>
        <p:spPr bwMode="auto">
          <a:xfrm flipH="1">
            <a:off x="6477000" y="1676400"/>
            <a:ext cx="356188" cy="378565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b="1" i="1" dirty="0" smtClean="0">
                <a:solidFill>
                  <a:schemeClr val="tx2"/>
                </a:solidFill>
                <a:latin typeface="Times New Roman" charset="0"/>
                <a:sym typeface="Symbol" charset="2"/>
              </a:rPr>
              <a:t>w</a:t>
            </a:r>
            <a:endParaRPr lang="en-US" b="1" i="1" dirty="0">
              <a:solidFill>
                <a:schemeClr val="tx2"/>
              </a:solidFill>
              <a:latin typeface="Times New Roman" charset="0"/>
              <a:sym typeface="Symbol" charset="2"/>
            </a:endParaRPr>
          </a:p>
        </p:txBody>
      </p:sp>
      <p:sp>
        <p:nvSpPr>
          <p:cNvPr id="36891" name="Text Box 34"/>
          <p:cNvSpPr txBox="1">
            <a:spLocks noChangeArrowheads="1"/>
          </p:cNvSpPr>
          <p:nvPr/>
        </p:nvSpPr>
        <p:spPr bwMode="auto">
          <a:xfrm flipH="1">
            <a:off x="6286500" y="3073400"/>
            <a:ext cx="298480" cy="378565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b="1" i="1" dirty="0" smtClean="0">
                <a:solidFill>
                  <a:schemeClr val="tx2"/>
                </a:solidFill>
                <a:latin typeface="Times New Roman" charset="0"/>
                <a:sym typeface="Symbol" charset="2"/>
              </a:rPr>
              <a:t>y</a:t>
            </a:r>
            <a:endParaRPr lang="en-US" b="1" i="1" dirty="0">
              <a:solidFill>
                <a:schemeClr val="tx2"/>
              </a:solidFill>
              <a:latin typeface="Times New Roman" charset="0"/>
              <a:sym typeface="Symbol" charset="2"/>
            </a:endParaRPr>
          </a:p>
        </p:txBody>
      </p:sp>
      <p:sp>
        <p:nvSpPr>
          <p:cNvPr id="36892" name="Text Box 39"/>
          <p:cNvSpPr txBox="1">
            <a:spLocks noChangeArrowheads="1"/>
          </p:cNvSpPr>
          <p:nvPr/>
        </p:nvSpPr>
        <p:spPr bwMode="auto">
          <a:xfrm flipH="1">
            <a:off x="6032500" y="3581400"/>
            <a:ext cx="282575" cy="396875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b="1" i="1">
                <a:solidFill>
                  <a:schemeClr val="tx2"/>
                </a:solidFill>
                <a:latin typeface="Times New Roman" charset="0"/>
                <a:sym typeface="Symbol" charset="2"/>
              </a:rPr>
              <a:t>z</a:t>
            </a:r>
          </a:p>
        </p:txBody>
      </p:sp>
      <p:sp>
        <p:nvSpPr>
          <p:cNvPr id="36893" name="Oval 41"/>
          <p:cNvSpPr>
            <a:spLocks noChangeArrowheads="1"/>
          </p:cNvSpPr>
          <p:nvPr/>
        </p:nvSpPr>
        <p:spPr bwMode="auto">
          <a:xfrm flipH="1">
            <a:off x="5486400" y="2346325"/>
            <a:ext cx="319088" cy="320675"/>
          </a:xfrm>
          <a:prstGeom prst="ellipse">
            <a:avLst/>
          </a:prstGeom>
          <a:solidFill>
            <a:schemeClr val="accent1"/>
          </a:solidFill>
          <a:ln w="57150">
            <a:solidFill>
              <a:schemeClr val="tx2"/>
            </a:solidFill>
            <a:round/>
            <a:headEnd/>
            <a:tailEnd/>
          </a:ln>
        </p:spPr>
        <p:txBody>
          <a:bodyPr wrap="none" lIns="0" tIns="0" rIns="0" anchor="ctr" anchorCtr="1"/>
          <a:lstStyle/>
          <a:p>
            <a:r>
              <a:rPr lang="en-US" sz="1800">
                <a:solidFill>
                  <a:srgbClr val="000000"/>
                </a:solidFill>
                <a:latin typeface="Times New Roman" charset="0"/>
                <a:sym typeface="Symbol" charset="2"/>
              </a:rPr>
              <a:t>2</a:t>
            </a:r>
          </a:p>
        </p:txBody>
      </p:sp>
      <p:sp>
        <p:nvSpPr>
          <p:cNvPr id="36894" name="Rectangle 42"/>
          <p:cNvSpPr>
            <a:spLocks noChangeAspect="1" noChangeArrowheads="1"/>
          </p:cNvSpPr>
          <p:nvPr/>
        </p:nvSpPr>
        <p:spPr bwMode="auto">
          <a:xfrm flipH="1">
            <a:off x="5859463" y="2863850"/>
            <a:ext cx="230187" cy="230188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sz="1800"/>
          </a:p>
        </p:txBody>
      </p:sp>
      <p:sp>
        <p:nvSpPr>
          <p:cNvPr id="36895" name="Rectangle 43"/>
          <p:cNvSpPr>
            <a:spLocks noChangeAspect="1" noChangeArrowheads="1"/>
          </p:cNvSpPr>
          <p:nvPr/>
        </p:nvSpPr>
        <p:spPr bwMode="auto">
          <a:xfrm flipH="1">
            <a:off x="5202238" y="2863850"/>
            <a:ext cx="230187" cy="230188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sz="1800"/>
          </a:p>
        </p:txBody>
      </p:sp>
      <p:cxnSp>
        <p:nvCxnSpPr>
          <p:cNvPr id="36896" name="AutoShape 44"/>
          <p:cNvCxnSpPr>
            <a:cxnSpLocks noChangeShapeType="1"/>
            <a:stCxn id="36895" idx="0"/>
            <a:endCxn id="36893" idx="5"/>
          </p:cNvCxnSpPr>
          <p:nvPr/>
        </p:nvCxnSpPr>
        <p:spPr bwMode="auto">
          <a:xfrm flipV="1">
            <a:off x="5318125" y="2647950"/>
            <a:ext cx="215900" cy="20637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36897" name="AutoShape 45"/>
          <p:cNvCxnSpPr>
            <a:cxnSpLocks noChangeShapeType="1"/>
            <a:stCxn id="36894" idx="0"/>
            <a:endCxn id="36893" idx="3"/>
          </p:cNvCxnSpPr>
          <p:nvPr/>
        </p:nvCxnSpPr>
        <p:spPr bwMode="auto">
          <a:xfrm flipH="1" flipV="1">
            <a:off x="5759450" y="2647950"/>
            <a:ext cx="215900" cy="20637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</p:cxnSp>
      <p:sp>
        <p:nvSpPr>
          <p:cNvPr id="36898" name="Rectangle 46"/>
          <p:cNvSpPr>
            <a:spLocks noChangeAspect="1" noChangeArrowheads="1"/>
          </p:cNvSpPr>
          <p:nvPr/>
        </p:nvSpPr>
        <p:spPr bwMode="auto">
          <a:xfrm flipH="1">
            <a:off x="4724400" y="2011363"/>
            <a:ext cx="230188" cy="230187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sz="1800"/>
          </a:p>
        </p:txBody>
      </p:sp>
      <p:cxnSp>
        <p:nvCxnSpPr>
          <p:cNvPr id="36899" name="AutoShape 47"/>
          <p:cNvCxnSpPr>
            <a:cxnSpLocks noChangeShapeType="1"/>
            <a:stCxn id="36893" idx="1"/>
            <a:endCxn id="36868" idx="5"/>
          </p:cNvCxnSpPr>
          <p:nvPr/>
        </p:nvCxnSpPr>
        <p:spPr bwMode="auto">
          <a:xfrm flipV="1">
            <a:off x="5759450" y="2266950"/>
            <a:ext cx="534988" cy="96838"/>
          </a:xfrm>
          <a:prstGeom prst="straightConnector1">
            <a:avLst/>
          </a:prstGeom>
          <a:noFill/>
          <a:ln w="57150">
            <a:solidFill>
              <a:schemeClr val="tx2"/>
            </a:solidFill>
            <a:round/>
            <a:headEnd/>
            <a:tailEnd/>
          </a:ln>
        </p:spPr>
      </p:cxnSp>
      <p:sp>
        <p:nvSpPr>
          <p:cNvPr id="36900" name="Oval 48"/>
          <p:cNvSpPr>
            <a:spLocks noChangeArrowheads="1"/>
          </p:cNvSpPr>
          <p:nvPr/>
        </p:nvSpPr>
        <p:spPr bwMode="auto">
          <a:xfrm flipH="1">
            <a:off x="6324600" y="4725988"/>
            <a:ext cx="320675" cy="319087"/>
          </a:xfrm>
          <a:prstGeom prst="ellipse">
            <a:avLst/>
          </a:prstGeom>
          <a:solidFill>
            <a:schemeClr val="accent1"/>
          </a:solidFill>
          <a:ln w="57150">
            <a:solidFill>
              <a:schemeClr val="tx2"/>
            </a:solidFill>
            <a:round/>
            <a:headEnd/>
            <a:tailEnd/>
          </a:ln>
        </p:spPr>
        <p:txBody>
          <a:bodyPr wrap="none" lIns="0" tIns="0" rIns="0" anchor="ctr" anchorCtr="1"/>
          <a:lstStyle/>
          <a:p>
            <a:r>
              <a:rPr lang="en-US" sz="1800">
                <a:solidFill>
                  <a:schemeClr val="tx2"/>
                </a:solidFill>
                <a:latin typeface="Times New Roman" charset="0"/>
                <a:sym typeface="Symbol" charset="2"/>
              </a:rPr>
              <a:t>5</a:t>
            </a:r>
          </a:p>
        </p:txBody>
      </p:sp>
      <p:sp>
        <p:nvSpPr>
          <p:cNvPr id="36901" name="Oval 49"/>
          <p:cNvSpPr>
            <a:spLocks noChangeArrowheads="1"/>
          </p:cNvSpPr>
          <p:nvPr/>
        </p:nvSpPr>
        <p:spPr bwMode="auto">
          <a:xfrm flipH="1">
            <a:off x="5334000" y="4343400"/>
            <a:ext cx="319088" cy="320675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anchor="ctr" anchorCtr="1"/>
          <a:lstStyle/>
          <a:p>
            <a:r>
              <a:rPr lang="en-US" sz="1800">
                <a:solidFill>
                  <a:schemeClr val="tx2"/>
                </a:solidFill>
                <a:latin typeface="Times New Roman" charset="0"/>
                <a:sym typeface="Symbol" charset="2"/>
              </a:rPr>
              <a:t>1</a:t>
            </a:r>
          </a:p>
        </p:txBody>
      </p:sp>
      <p:sp>
        <p:nvSpPr>
          <p:cNvPr id="36902" name="Oval 50"/>
          <p:cNvSpPr>
            <a:spLocks noChangeArrowheads="1"/>
          </p:cNvSpPr>
          <p:nvPr/>
        </p:nvSpPr>
        <p:spPr bwMode="auto">
          <a:xfrm flipH="1">
            <a:off x="7662863" y="5075238"/>
            <a:ext cx="319087" cy="320675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anchor="ctr" anchorCtr="1"/>
          <a:lstStyle/>
          <a:p>
            <a:r>
              <a:rPr lang="en-US" sz="1800">
                <a:solidFill>
                  <a:srgbClr val="000000"/>
                </a:solidFill>
                <a:latin typeface="Times New Roman" charset="0"/>
                <a:sym typeface="Symbol" charset="2"/>
              </a:rPr>
              <a:t>8</a:t>
            </a:r>
          </a:p>
        </p:txBody>
      </p:sp>
      <p:sp>
        <p:nvSpPr>
          <p:cNvPr id="36903" name="Oval 51"/>
          <p:cNvSpPr>
            <a:spLocks noChangeArrowheads="1"/>
          </p:cNvSpPr>
          <p:nvPr/>
        </p:nvSpPr>
        <p:spPr bwMode="auto">
          <a:xfrm flipH="1">
            <a:off x="7073900" y="5548313"/>
            <a:ext cx="320675" cy="320675"/>
          </a:xfrm>
          <a:prstGeom prst="ellipse">
            <a:avLst/>
          </a:prstGeom>
          <a:solidFill>
            <a:schemeClr val="accent1"/>
          </a:solidFill>
          <a:ln w="57150">
            <a:solidFill>
              <a:schemeClr val="tx2"/>
            </a:solidFill>
            <a:round/>
            <a:headEnd/>
            <a:tailEnd/>
          </a:ln>
        </p:spPr>
        <p:txBody>
          <a:bodyPr wrap="none" lIns="0" tIns="0" rIns="0" anchor="ctr" anchorCtr="1"/>
          <a:lstStyle/>
          <a:p>
            <a:r>
              <a:rPr lang="en-US" sz="1800">
                <a:solidFill>
                  <a:srgbClr val="000000"/>
                </a:solidFill>
                <a:latin typeface="Times New Roman" charset="0"/>
                <a:sym typeface="Symbol" charset="2"/>
              </a:rPr>
              <a:t>6</a:t>
            </a:r>
          </a:p>
        </p:txBody>
      </p:sp>
      <p:sp>
        <p:nvSpPr>
          <p:cNvPr id="36904" name="Rectangle 52"/>
          <p:cNvSpPr>
            <a:spLocks noChangeAspect="1" noChangeArrowheads="1"/>
          </p:cNvSpPr>
          <p:nvPr/>
        </p:nvSpPr>
        <p:spPr bwMode="auto">
          <a:xfrm flipH="1">
            <a:off x="7412038" y="6096000"/>
            <a:ext cx="230187" cy="230188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sz="1800"/>
          </a:p>
        </p:txBody>
      </p:sp>
      <p:cxnSp>
        <p:nvCxnSpPr>
          <p:cNvPr id="36905" name="AutoShape 53"/>
          <p:cNvCxnSpPr>
            <a:cxnSpLocks noChangeShapeType="1"/>
            <a:stCxn id="36900" idx="3"/>
            <a:endCxn id="36902" idx="7"/>
          </p:cNvCxnSpPr>
          <p:nvPr/>
        </p:nvCxnSpPr>
        <p:spPr bwMode="auto">
          <a:xfrm>
            <a:off x="6597650" y="5026025"/>
            <a:ext cx="1112838" cy="8572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36906" name="AutoShape 54"/>
          <p:cNvCxnSpPr>
            <a:cxnSpLocks noChangeShapeType="1"/>
            <a:stCxn id="36901" idx="3"/>
            <a:endCxn id="36900" idx="7"/>
          </p:cNvCxnSpPr>
          <p:nvPr/>
        </p:nvCxnSpPr>
        <p:spPr bwMode="auto">
          <a:xfrm>
            <a:off x="5607050" y="4625975"/>
            <a:ext cx="763588" cy="11747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36907" name="AutoShape 55"/>
          <p:cNvCxnSpPr>
            <a:cxnSpLocks noChangeShapeType="1"/>
            <a:stCxn id="36924" idx="0"/>
            <a:endCxn id="36901" idx="5"/>
          </p:cNvCxnSpPr>
          <p:nvPr/>
        </p:nvCxnSpPr>
        <p:spPr bwMode="auto">
          <a:xfrm flipV="1">
            <a:off x="4916488" y="4625975"/>
            <a:ext cx="465137" cy="1349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36908" name="AutoShape 56"/>
          <p:cNvCxnSpPr>
            <a:cxnSpLocks noChangeShapeType="1"/>
            <a:stCxn id="36917" idx="0"/>
            <a:endCxn id="36903" idx="5"/>
          </p:cNvCxnSpPr>
          <p:nvPr/>
        </p:nvCxnSpPr>
        <p:spPr bwMode="auto">
          <a:xfrm flipV="1">
            <a:off x="6875463" y="5849938"/>
            <a:ext cx="244475" cy="223837"/>
          </a:xfrm>
          <a:prstGeom prst="straightConnector1">
            <a:avLst/>
          </a:prstGeom>
          <a:noFill/>
          <a:ln w="57150">
            <a:solidFill>
              <a:schemeClr val="tx2"/>
            </a:solidFill>
            <a:round/>
            <a:headEnd/>
            <a:tailEnd/>
          </a:ln>
        </p:spPr>
      </p:cxnSp>
      <p:cxnSp>
        <p:nvCxnSpPr>
          <p:cNvPr id="36909" name="AutoShape 57"/>
          <p:cNvCxnSpPr>
            <a:cxnSpLocks noChangeShapeType="1"/>
            <a:stCxn id="36904" idx="0"/>
            <a:endCxn id="36903" idx="3"/>
          </p:cNvCxnSpPr>
          <p:nvPr/>
        </p:nvCxnSpPr>
        <p:spPr bwMode="auto">
          <a:xfrm flipH="1" flipV="1">
            <a:off x="7346950" y="5849938"/>
            <a:ext cx="180975" cy="236537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36910" name="AutoShape 58"/>
          <p:cNvCxnSpPr>
            <a:cxnSpLocks noChangeShapeType="1"/>
            <a:stCxn id="36912" idx="7"/>
            <a:endCxn id="36902" idx="3"/>
          </p:cNvCxnSpPr>
          <p:nvPr/>
        </p:nvCxnSpPr>
        <p:spPr bwMode="auto">
          <a:xfrm flipH="1" flipV="1">
            <a:off x="7935913" y="5357813"/>
            <a:ext cx="361950" cy="227012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36911" name="AutoShape 59"/>
          <p:cNvCxnSpPr>
            <a:cxnSpLocks noChangeShapeType="1"/>
            <a:stCxn id="36903" idx="1"/>
            <a:endCxn id="36902" idx="5"/>
          </p:cNvCxnSpPr>
          <p:nvPr/>
        </p:nvCxnSpPr>
        <p:spPr bwMode="auto">
          <a:xfrm flipV="1">
            <a:off x="7346950" y="5357813"/>
            <a:ext cx="363538" cy="207962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</p:cxnSp>
      <p:sp>
        <p:nvSpPr>
          <p:cNvPr id="36912" name="Oval 60"/>
          <p:cNvSpPr>
            <a:spLocks noChangeArrowheads="1"/>
          </p:cNvSpPr>
          <p:nvPr/>
        </p:nvSpPr>
        <p:spPr bwMode="auto">
          <a:xfrm flipH="1">
            <a:off x="8250238" y="5548313"/>
            <a:ext cx="319087" cy="320675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anchor="ctr" anchorCtr="1"/>
          <a:lstStyle/>
          <a:p>
            <a:r>
              <a:rPr lang="en-US" sz="1800">
                <a:solidFill>
                  <a:srgbClr val="000000"/>
                </a:solidFill>
                <a:latin typeface="Times New Roman" charset="0"/>
                <a:sym typeface="Symbol" charset="2"/>
              </a:rPr>
              <a:t>9</a:t>
            </a:r>
          </a:p>
        </p:txBody>
      </p:sp>
      <p:sp>
        <p:nvSpPr>
          <p:cNvPr id="36913" name="Rectangle 61"/>
          <p:cNvSpPr>
            <a:spLocks noChangeAspect="1" noChangeArrowheads="1"/>
          </p:cNvSpPr>
          <p:nvPr/>
        </p:nvSpPr>
        <p:spPr bwMode="auto">
          <a:xfrm flipH="1">
            <a:off x="8588375" y="6096000"/>
            <a:ext cx="230188" cy="230188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sz="1800"/>
          </a:p>
        </p:txBody>
      </p:sp>
      <p:sp>
        <p:nvSpPr>
          <p:cNvPr id="36914" name="Rectangle 62"/>
          <p:cNvSpPr>
            <a:spLocks noChangeAspect="1" noChangeArrowheads="1"/>
          </p:cNvSpPr>
          <p:nvPr/>
        </p:nvSpPr>
        <p:spPr bwMode="auto">
          <a:xfrm flipH="1">
            <a:off x="8001000" y="6096000"/>
            <a:ext cx="230188" cy="230188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sz="1800"/>
          </a:p>
        </p:txBody>
      </p:sp>
      <p:cxnSp>
        <p:nvCxnSpPr>
          <p:cNvPr id="36915" name="AutoShape 63"/>
          <p:cNvCxnSpPr>
            <a:cxnSpLocks noChangeShapeType="1"/>
            <a:stCxn id="36914" idx="0"/>
            <a:endCxn id="36912" idx="5"/>
          </p:cNvCxnSpPr>
          <p:nvPr/>
        </p:nvCxnSpPr>
        <p:spPr bwMode="auto">
          <a:xfrm flipV="1">
            <a:off x="8116888" y="5830888"/>
            <a:ext cx="180975" cy="255587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36916" name="AutoShape 64"/>
          <p:cNvCxnSpPr>
            <a:cxnSpLocks noChangeShapeType="1"/>
            <a:stCxn id="36913" idx="0"/>
            <a:endCxn id="36912" idx="3"/>
          </p:cNvCxnSpPr>
          <p:nvPr/>
        </p:nvCxnSpPr>
        <p:spPr bwMode="auto">
          <a:xfrm flipH="1" flipV="1">
            <a:off x="8523288" y="5830888"/>
            <a:ext cx="180975" cy="255587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</p:cxnSp>
      <p:sp>
        <p:nvSpPr>
          <p:cNvPr id="36917" name="Rectangle 67"/>
          <p:cNvSpPr>
            <a:spLocks noChangeAspect="1" noChangeArrowheads="1"/>
          </p:cNvSpPr>
          <p:nvPr/>
        </p:nvSpPr>
        <p:spPr bwMode="auto">
          <a:xfrm flipH="1">
            <a:off x="6759575" y="6102350"/>
            <a:ext cx="231775" cy="230188"/>
          </a:xfrm>
          <a:prstGeom prst="rect">
            <a:avLst/>
          </a:prstGeom>
          <a:solidFill>
            <a:schemeClr val="folHlink"/>
          </a:solidFill>
          <a:ln w="57150">
            <a:solidFill>
              <a:schemeClr val="tx2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sz="1800"/>
          </a:p>
        </p:txBody>
      </p:sp>
      <p:sp>
        <p:nvSpPr>
          <p:cNvPr id="36918" name="Text Box 70"/>
          <p:cNvSpPr txBox="1">
            <a:spLocks noChangeArrowheads="1"/>
          </p:cNvSpPr>
          <p:nvPr/>
        </p:nvSpPr>
        <p:spPr bwMode="auto">
          <a:xfrm flipH="1">
            <a:off x="6553200" y="4419600"/>
            <a:ext cx="298480" cy="378565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b="1" i="1" dirty="0" smtClean="0">
                <a:solidFill>
                  <a:schemeClr val="tx2"/>
                </a:solidFill>
                <a:latin typeface="Times New Roman" charset="0"/>
                <a:sym typeface="Symbol" charset="2"/>
              </a:rPr>
              <a:t>y</a:t>
            </a:r>
            <a:endParaRPr lang="en-US" b="1" i="1" dirty="0">
              <a:solidFill>
                <a:schemeClr val="tx2"/>
              </a:solidFill>
              <a:latin typeface="Times New Roman" charset="0"/>
              <a:sym typeface="Symbol" charset="2"/>
            </a:endParaRPr>
          </a:p>
        </p:txBody>
      </p:sp>
      <p:sp>
        <p:nvSpPr>
          <p:cNvPr id="36919" name="Oval 73"/>
          <p:cNvSpPr>
            <a:spLocks noChangeArrowheads="1"/>
          </p:cNvSpPr>
          <p:nvPr/>
        </p:nvSpPr>
        <p:spPr bwMode="auto">
          <a:xfrm flipH="1">
            <a:off x="5562600" y="5075238"/>
            <a:ext cx="319088" cy="320675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anchor="ctr" anchorCtr="1"/>
          <a:lstStyle/>
          <a:p>
            <a:r>
              <a:rPr lang="en-US" sz="1800">
                <a:solidFill>
                  <a:srgbClr val="000000"/>
                </a:solidFill>
                <a:latin typeface="Times New Roman" charset="0"/>
                <a:sym typeface="Symbol" charset="2"/>
              </a:rPr>
              <a:t>2</a:t>
            </a:r>
          </a:p>
        </p:txBody>
      </p:sp>
      <p:sp>
        <p:nvSpPr>
          <p:cNvPr id="36920" name="Rectangle 74"/>
          <p:cNvSpPr>
            <a:spLocks noChangeAspect="1" noChangeArrowheads="1"/>
          </p:cNvSpPr>
          <p:nvPr/>
        </p:nvSpPr>
        <p:spPr bwMode="auto">
          <a:xfrm flipH="1">
            <a:off x="5935663" y="5592763"/>
            <a:ext cx="230187" cy="230187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sz="1800"/>
          </a:p>
        </p:txBody>
      </p:sp>
      <p:sp>
        <p:nvSpPr>
          <p:cNvPr id="36921" name="Rectangle 75"/>
          <p:cNvSpPr>
            <a:spLocks noChangeAspect="1" noChangeArrowheads="1"/>
          </p:cNvSpPr>
          <p:nvPr/>
        </p:nvSpPr>
        <p:spPr bwMode="auto">
          <a:xfrm flipH="1">
            <a:off x="5278438" y="5592763"/>
            <a:ext cx="230187" cy="230187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sz="1800"/>
          </a:p>
        </p:txBody>
      </p:sp>
      <p:cxnSp>
        <p:nvCxnSpPr>
          <p:cNvPr id="36922" name="AutoShape 76"/>
          <p:cNvCxnSpPr>
            <a:cxnSpLocks noChangeShapeType="1"/>
            <a:stCxn id="36921" idx="0"/>
            <a:endCxn id="36919" idx="5"/>
          </p:cNvCxnSpPr>
          <p:nvPr/>
        </p:nvCxnSpPr>
        <p:spPr bwMode="auto">
          <a:xfrm flipV="1">
            <a:off x="5394325" y="5357813"/>
            <a:ext cx="215900" cy="22542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36923" name="AutoShape 77"/>
          <p:cNvCxnSpPr>
            <a:cxnSpLocks noChangeShapeType="1"/>
            <a:stCxn id="36920" idx="0"/>
            <a:endCxn id="36919" idx="3"/>
          </p:cNvCxnSpPr>
          <p:nvPr/>
        </p:nvCxnSpPr>
        <p:spPr bwMode="auto">
          <a:xfrm flipH="1" flipV="1">
            <a:off x="5835650" y="5357813"/>
            <a:ext cx="215900" cy="22542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</p:cxnSp>
      <p:sp>
        <p:nvSpPr>
          <p:cNvPr id="36924" name="Rectangle 78"/>
          <p:cNvSpPr>
            <a:spLocks noChangeAspect="1" noChangeArrowheads="1"/>
          </p:cNvSpPr>
          <p:nvPr/>
        </p:nvSpPr>
        <p:spPr bwMode="auto">
          <a:xfrm flipH="1">
            <a:off x="4800600" y="4770438"/>
            <a:ext cx="230188" cy="230187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sz="1800"/>
          </a:p>
        </p:txBody>
      </p:sp>
      <p:cxnSp>
        <p:nvCxnSpPr>
          <p:cNvPr id="36925" name="AutoShape 79"/>
          <p:cNvCxnSpPr>
            <a:cxnSpLocks noChangeShapeType="1"/>
            <a:stCxn id="36919" idx="1"/>
            <a:endCxn id="36900" idx="5"/>
          </p:cNvCxnSpPr>
          <p:nvPr/>
        </p:nvCxnSpPr>
        <p:spPr bwMode="auto">
          <a:xfrm flipV="1">
            <a:off x="5835650" y="5026025"/>
            <a:ext cx="534988" cy="8572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</p:cxnSp>
      <p:sp>
        <p:nvSpPr>
          <p:cNvPr id="36926" name="AutoShape 80"/>
          <p:cNvSpPr>
            <a:spLocks noChangeArrowheads="1"/>
          </p:cNvSpPr>
          <p:nvPr/>
        </p:nvSpPr>
        <p:spPr bwMode="auto">
          <a:xfrm rot="18050680" flipH="1">
            <a:off x="5938044" y="3299619"/>
            <a:ext cx="1103312" cy="736600"/>
          </a:xfrm>
          <a:prstGeom prst="roundRect">
            <a:avLst>
              <a:gd name="adj" fmla="val 29167"/>
            </a:avLst>
          </a:prstGeom>
          <a:noFill/>
          <a:ln w="12700">
            <a:solidFill>
              <a:schemeClr val="tx2"/>
            </a:solidFill>
            <a:prstDash val="lgDash"/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6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Exercise: Binary Search Trees</a:t>
            </a:r>
          </a:p>
        </p:txBody>
      </p:sp>
      <p:sp>
        <p:nvSpPr>
          <p:cNvPr id="37891" name="Rectangle 64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  <a:buClrTx/>
              <a:buFont typeface="Times" charset="0"/>
              <a:buChar char="•"/>
            </a:pPr>
            <a:r>
              <a:rPr lang="en-US" sz="2800" smtClean="0"/>
              <a:t>Insert into an initially empty binary search tree items with the following keys (in this order). Draw the resulting binary search tree</a:t>
            </a:r>
          </a:p>
          <a:p>
            <a:pPr lvl="1">
              <a:lnSpc>
                <a:spcPct val="90000"/>
              </a:lnSpc>
              <a:buClrTx/>
              <a:buFont typeface="Times" charset="0"/>
              <a:buChar char="•"/>
            </a:pPr>
            <a:r>
              <a:rPr lang="en-US" sz="2400" smtClean="0"/>
              <a:t>30, 40, 24, 58, 48, 26, 11, 13</a:t>
            </a:r>
          </a:p>
          <a:p>
            <a:pPr>
              <a:lnSpc>
                <a:spcPct val="90000"/>
              </a:lnSpc>
              <a:buClrTx/>
              <a:buFont typeface="Times" charset="0"/>
              <a:buChar char="•"/>
            </a:pPr>
            <a:r>
              <a:rPr lang="en-US" sz="2800" smtClean="0"/>
              <a:t>Now, remove the item with key 30. Draw the resulting tree</a:t>
            </a:r>
          </a:p>
          <a:p>
            <a:pPr>
              <a:lnSpc>
                <a:spcPct val="90000"/>
              </a:lnSpc>
              <a:buClrTx/>
              <a:buFont typeface="Times" charset="0"/>
              <a:buChar char="•"/>
            </a:pPr>
            <a:r>
              <a:rPr lang="en-US" sz="2800" smtClean="0"/>
              <a:t>Now remove the item with key 48. Draw the resulting tree.</a:t>
            </a:r>
          </a:p>
          <a:p>
            <a:pPr lvl="1">
              <a:lnSpc>
                <a:spcPct val="90000"/>
              </a:lnSpc>
              <a:buClrTx/>
              <a:buFont typeface="Times" charset="0"/>
              <a:buChar char="•"/>
            </a:pPr>
            <a:endParaRPr lang="en-US" sz="240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Performance</a:t>
            </a:r>
            <a:endParaRPr lang="en-US" sz="4000" smtClean="0"/>
          </a:p>
        </p:txBody>
      </p:sp>
      <p:sp>
        <p:nvSpPr>
          <p:cNvPr id="38915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838200" y="1371600"/>
            <a:ext cx="3733800" cy="5105400"/>
          </a:xfrm>
        </p:spPr>
        <p:txBody>
          <a:bodyPr/>
          <a:lstStyle/>
          <a:p>
            <a:pPr>
              <a:lnSpc>
                <a:spcPct val="90000"/>
              </a:lnSpc>
              <a:buClrTx/>
              <a:buFont typeface="Times" charset="0"/>
              <a:buChar char="•"/>
            </a:pPr>
            <a:r>
              <a:rPr lang="en-US" dirty="0" smtClean="0"/>
              <a:t>Consider a dictionary with </a:t>
            </a:r>
            <a:r>
              <a:rPr lang="en-US" b="1" i="1" dirty="0" smtClean="0">
                <a:latin typeface="Times New Roman" charset="0"/>
              </a:rPr>
              <a:t>n</a:t>
            </a:r>
            <a:r>
              <a:rPr lang="en-US" dirty="0" smtClean="0"/>
              <a:t> items implemented by means of a binary search tree of height </a:t>
            </a:r>
            <a:r>
              <a:rPr lang="en-US" b="1" i="1" dirty="0" smtClean="0">
                <a:latin typeface="Times New Roman" charset="0"/>
              </a:rPr>
              <a:t>h</a:t>
            </a:r>
            <a:endParaRPr lang="en-US" dirty="0" smtClean="0"/>
          </a:p>
          <a:p>
            <a:pPr lvl="1">
              <a:lnSpc>
                <a:spcPct val="90000"/>
              </a:lnSpc>
              <a:buClrTx/>
              <a:buFont typeface="Times" charset="0"/>
              <a:buChar char="•"/>
            </a:pPr>
            <a:r>
              <a:rPr lang="en-US" dirty="0" smtClean="0"/>
              <a:t>the space used is </a:t>
            </a:r>
            <a:r>
              <a:rPr lang="en-US" b="1" i="1" dirty="0" smtClean="0">
                <a:latin typeface="Times New Roman" charset="0"/>
              </a:rPr>
              <a:t>O</a:t>
            </a:r>
            <a:r>
              <a:rPr lang="en-US" dirty="0" smtClean="0">
                <a:latin typeface="Times New Roman" charset="0"/>
              </a:rPr>
              <a:t>(</a:t>
            </a:r>
            <a:r>
              <a:rPr lang="en-US" b="1" i="1" dirty="0" smtClean="0">
                <a:latin typeface="Times New Roman" charset="0"/>
              </a:rPr>
              <a:t>n</a:t>
            </a:r>
            <a:r>
              <a:rPr lang="en-US" dirty="0" smtClean="0">
                <a:latin typeface="Times New Roman" charset="0"/>
              </a:rPr>
              <a:t>)</a:t>
            </a:r>
            <a:endParaRPr lang="en-US" dirty="0" smtClean="0"/>
          </a:p>
          <a:p>
            <a:pPr lvl="1">
              <a:lnSpc>
                <a:spcPct val="90000"/>
              </a:lnSpc>
              <a:buClrTx/>
              <a:buFont typeface="Times" charset="0"/>
              <a:buChar char="•"/>
            </a:pPr>
            <a:r>
              <a:rPr lang="en-US" dirty="0" smtClean="0"/>
              <a:t>methods </a:t>
            </a:r>
            <a:r>
              <a:rPr lang="en-US" dirty="0" err="1" smtClean="0">
                <a:solidFill>
                  <a:schemeClr val="tx2"/>
                </a:solidFill>
              </a:rPr>
              <a:t>findElement</a:t>
            </a:r>
            <a:r>
              <a:rPr lang="en-US" dirty="0" smtClean="0"/>
              <a:t>()</a:t>
            </a:r>
            <a:r>
              <a:rPr lang="en-US" dirty="0" smtClean="0">
                <a:solidFill>
                  <a:schemeClr val="tx2"/>
                </a:solidFill>
              </a:rPr>
              <a:t> </a:t>
            </a:r>
            <a:r>
              <a:rPr lang="en-US" dirty="0" smtClean="0"/>
              <a:t>, </a:t>
            </a:r>
            <a:r>
              <a:rPr lang="en-US" dirty="0" err="1" smtClean="0">
                <a:solidFill>
                  <a:schemeClr val="tx2"/>
                </a:solidFill>
              </a:rPr>
              <a:t>insertItem</a:t>
            </a:r>
            <a:r>
              <a:rPr lang="en-US" dirty="0" smtClean="0"/>
              <a:t>() and </a:t>
            </a:r>
            <a:r>
              <a:rPr lang="en-US" dirty="0" err="1" smtClean="0">
                <a:solidFill>
                  <a:schemeClr val="tx2"/>
                </a:solidFill>
              </a:rPr>
              <a:t>removeElement</a:t>
            </a:r>
            <a:r>
              <a:rPr lang="en-US" dirty="0" smtClean="0"/>
              <a:t>() take </a:t>
            </a:r>
            <a:r>
              <a:rPr lang="en-US" b="1" i="1" dirty="0" smtClean="0">
                <a:latin typeface="Times New Roman" charset="0"/>
              </a:rPr>
              <a:t>O</a:t>
            </a:r>
            <a:r>
              <a:rPr lang="en-US" dirty="0" smtClean="0">
                <a:latin typeface="Times New Roman" charset="0"/>
              </a:rPr>
              <a:t>(</a:t>
            </a:r>
            <a:r>
              <a:rPr lang="en-US" b="1" i="1" dirty="0" smtClean="0">
                <a:latin typeface="Times New Roman" charset="0"/>
              </a:rPr>
              <a:t>h</a:t>
            </a:r>
            <a:r>
              <a:rPr lang="en-US" dirty="0" smtClean="0">
                <a:latin typeface="Times New Roman" charset="0"/>
              </a:rPr>
              <a:t>) </a:t>
            </a:r>
            <a:r>
              <a:rPr lang="en-US" dirty="0" smtClean="0"/>
              <a:t>time</a:t>
            </a:r>
          </a:p>
          <a:p>
            <a:pPr>
              <a:lnSpc>
                <a:spcPct val="90000"/>
              </a:lnSpc>
              <a:buClrTx/>
              <a:buFont typeface="Times" charset="0"/>
              <a:buChar char="•"/>
            </a:pPr>
            <a:r>
              <a:rPr lang="en-US" dirty="0" smtClean="0"/>
              <a:t>The height </a:t>
            </a:r>
            <a:r>
              <a:rPr lang="en-US" b="1" i="1" dirty="0" smtClean="0">
                <a:latin typeface="Times New Roman" charset="0"/>
              </a:rPr>
              <a:t>h</a:t>
            </a:r>
            <a:r>
              <a:rPr lang="en-US" dirty="0" smtClean="0"/>
              <a:t> is </a:t>
            </a:r>
            <a:r>
              <a:rPr lang="en-US" b="1" i="1" dirty="0" smtClean="0">
                <a:latin typeface="Times New Roman" charset="0"/>
              </a:rPr>
              <a:t>O</a:t>
            </a:r>
            <a:r>
              <a:rPr lang="en-US" dirty="0" smtClean="0">
                <a:latin typeface="Times New Roman" charset="0"/>
              </a:rPr>
              <a:t>(</a:t>
            </a:r>
            <a:r>
              <a:rPr lang="en-US" b="1" i="1" dirty="0" smtClean="0">
                <a:latin typeface="Times New Roman" charset="0"/>
              </a:rPr>
              <a:t>n</a:t>
            </a:r>
            <a:r>
              <a:rPr lang="en-US" dirty="0" smtClean="0">
                <a:latin typeface="Times New Roman" charset="0"/>
              </a:rPr>
              <a:t>) </a:t>
            </a:r>
            <a:r>
              <a:rPr lang="en-US" dirty="0" smtClean="0"/>
              <a:t>in the worst case and </a:t>
            </a:r>
            <a:r>
              <a:rPr lang="en-US" b="1" i="1" dirty="0" smtClean="0">
                <a:latin typeface="Times New Roman" charset="0"/>
              </a:rPr>
              <a:t>O</a:t>
            </a:r>
            <a:r>
              <a:rPr lang="en-US" dirty="0" smtClean="0">
                <a:latin typeface="Times New Roman" charset="0"/>
              </a:rPr>
              <a:t>(log </a:t>
            </a:r>
            <a:r>
              <a:rPr lang="en-US" b="1" i="1" dirty="0" smtClean="0">
                <a:latin typeface="Times New Roman" charset="0"/>
              </a:rPr>
              <a:t>n</a:t>
            </a:r>
            <a:r>
              <a:rPr lang="en-US" dirty="0" smtClean="0">
                <a:latin typeface="Times New Roman" charset="0"/>
              </a:rPr>
              <a:t>)</a:t>
            </a:r>
            <a:r>
              <a:rPr lang="en-US" dirty="0" smtClean="0"/>
              <a:t> in the best case</a:t>
            </a:r>
          </a:p>
        </p:txBody>
      </p:sp>
      <p:grpSp>
        <p:nvGrpSpPr>
          <p:cNvPr id="38916" name="Group 99"/>
          <p:cNvGrpSpPr>
            <a:grpSpLocks/>
          </p:cNvGrpSpPr>
          <p:nvPr/>
        </p:nvGrpSpPr>
        <p:grpSpPr bwMode="auto">
          <a:xfrm>
            <a:off x="5181600" y="1676400"/>
            <a:ext cx="3067050" cy="2120900"/>
            <a:chOff x="2938" y="960"/>
            <a:chExt cx="2258" cy="1562"/>
          </a:xfrm>
        </p:grpSpPr>
        <p:sp>
          <p:nvSpPr>
            <p:cNvPr id="38946" name="Oval 5"/>
            <p:cNvSpPr>
              <a:spLocks noChangeArrowheads="1"/>
            </p:cNvSpPr>
            <p:nvPr/>
          </p:nvSpPr>
          <p:spPr bwMode="auto">
            <a:xfrm flipH="1">
              <a:off x="3120" y="960"/>
              <a:ext cx="201" cy="202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tIns="0" rIns="0" anchor="ctr" anchorCtr="1"/>
            <a:lstStyle/>
            <a:p>
              <a:endParaRPr lang="en-US" sz="1800">
                <a:latin typeface="Times New Roman" charset="0"/>
                <a:sym typeface="Symbol" charset="2"/>
              </a:endParaRPr>
            </a:p>
          </p:txBody>
        </p:sp>
        <p:cxnSp>
          <p:nvCxnSpPr>
            <p:cNvPr id="38947" name="AutoShape 9"/>
            <p:cNvCxnSpPr>
              <a:cxnSpLocks noChangeShapeType="1"/>
              <a:stCxn id="38964" idx="3"/>
              <a:endCxn id="38966" idx="7"/>
            </p:cNvCxnSpPr>
            <p:nvPr/>
          </p:nvCxnSpPr>
          <p:spPr bwMode="auto">
            <a:xfrm>
              <a:off x="3714" y="1420"/>
              <a:ext cx="281" cy="130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38948" name="AutoShape 10"/>
            <p:cNvCxnSpPr>
              <a:cxnSpLocks noChangeShapeType="1"/>
              <a:stCxn id="38946" idx="3"/>
              <a:endCxn id="38964" idx="7"/>
            </p:cNvCxnSpPr>
            <p:nvPr/>
          </p:nvCxnSpPr>
          <p:spPr bwMode="auto">
            <a:xfrm>
              <a:off x="3292" y="1138"/>
              <a:ext cx="279" cy="128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38949" name="AutoShape 11"/>
            <p:cNvCxnSpPr>
              <a:cxnSpLocks noChangeShapeType="1"/>
              <a:stCxn id="38965" idx="0"/>
              <a:endCxn id="38946" idx="5"/>
            </p:cNvCxnSpPr>
            <p:nvPr/>
          </p:nvCxnSpPr>
          <p:spPr bwMode="auto">
            <a:xfrm flipV="1">
              <a:off x="3011" y="1138"/>
              <a:ext cx="139" cy="127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38950" name="AutoShape 12"/>
            <p:cNvCxnSpPr>
              <a:cxnSpLocks noChangeShapeType="1"/>
              <a:stCxn id="38971" idx="7"/>
              <a:endCxn id="38962" idx="3"/>
            </p:cNvCxnSpPr>
            <p:nvPr/>
          </p:nvCxnSpPr>
          <p:spPr bwMode="auto">
            <a:xfrm flipH="1" flipV="1">
              <a:off x="4559" y="1988"/>
              <a:ext cx="281" cy="128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38951" name="AutoShape 13"/>
            <p:cNvCxnSpPr>
              <a:cxnSpLocks noChangeShapeType="1"/>
              <a:stCxn id="38970" idx="0"/>
              <a:endCxn id="38962" idx="5"/>
            </p:cNvCxnSpPr>
            <p:nvPr/>
          </p:nvCxnSpPr>
          <p:spPr bwMode="auto">
            <a:xfrm flipV="1">
              <a:off x="4277" y="1988"/>
              <a:ext cx="139" cy="147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38952" name="AutoShape 14"/>
            <p:cNvCxnSpPr>
              <a:cxnSpLocks noChangeShapeType="1"/>
              <a:stCxn id="38963" idx="0"/>
              <a:endCxn id="38966" idx="5"/>
            </p:cNvCxnSpPr>
            <p:nvPr/>
          </p:nvCxnSpPr>
          <p:spPr bwMode="auto">
            <a:xfrm flipV="1">
              <a:off x="3855" y="1705"/>
              <a:ext cx="140" cy="135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38953" name="AutoShape 15"/>
            <p:cNvCxnSpPr>
              <a:cxnSpLocks noChangeShapeType="1"/>
              <a:stCxn id="38962" idx="7"/>
              <a:endCxn id="38966" idx="3"/>
            </p:cNvCxnSpPr>
            <p:nvPr/>
          </p:nvCxnSpPr>
          <p:spPr bwMode="auto">
            <a:xfrm flipH="1" flipV="1">
              <a:off x="4137" y="1705"/>
              <a:ext cx="279" cy="128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</p:cxnSp>
        <p:grpSp>
          <p:nvGrpSpPr>
            <p:cNvPr id="38954" name="Group 40"/>
            <p:cNvGrpSpPr>
              <a:grpSpLocks/>
            </p:cNvGrpSpPr>
            <p:nvPr/>
          </p:nvGrpSpPr>
          <p:grpSpPr bwMode="auto">
            <a:xfrm>
              <a:off x="4204" y="2093"/>
              <a:ext cx="809" cy="202"/>
              <a:chOff x="4214" y="2496"/>
              <a:chExt cx="809" cy="202"/>
            </a:xfrm>
          </p:grpSpPr>
          <p:sp>
            <p:nvSpPr>
              <p:cNvPr id="38970" name="Rectangle 8"/>
              <p:cNvSpPr>
                <a:spLocks noChangeAspect="1" noChangeArrowheads="1"/>
              </p:cNvSpPr>
              <p:nvPr/>
            </p:nvSpPr>
            <p:spPr bwMode="auto">
              <a:xfrm flipH="1">
                <a:off x="4214" y="2544"/>
                <a:ext cx="145" cy="145"/>
              </a:xfrm>
              <a:prstGeom prst="rect">
                <a:avLst/>
              </a:prstGeom>
              <a:solidFill>
                <a:schemeClr val="folHlink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 sz="1800"/>
              </a:p>
            </p:txBody>
          </p:sp>
          <p:sp>
            <p:nvSpPr>
              <p:cNvPr id="38971" name="Oval 21"/>
              <p:cNvSpPr>
                <a:spLocks noChangeArrowheads="1"/>
              </p:cNvSpPr>
              <p:nvPr/>
            </p:nvSpPr>
            <p:spPr bwMode="auto">
              <a:xfrm flipH="1">
                <a:off x="4821" y="2496"/>
                <a:ext cx="202" cy="202"/>
              </a:xfrm>
              <a:prstGeom prst="ellipse">
                <a:avLst/>
              </a:prstGeom>
              <a:solidFill>
                <a:schemeClr val="accent1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lIns="0" tIns="0" rIns="0" anchor="ctr" anchorCtr="1"/>
              <a:lstStyle/>
              <a:p>
                <a:endParaRPr lang="en-US" sz="1800">
                  <a:latin typeface="Times New Roman" charset="0"/>
                  <a:sym typeface="Symbol" charset="2"/>
                </a:endParaRPr>
              </a:p>
            </p:txBody>
          </p:sp>
        </p:grpSp>
        <p:grpSp>
          <p:nvGrpSpPr>
            <p:cNvPr id="38955" name="Group 38"/>
            <p:cNvGrpSpPr>
              <a:grpSpLocks/>
            </p:cNvGrpSpPr>
            <p:nvPr/>
          </p:nvGrpSpPr>
          <p:grpSpPr bwMode="auto">
            <a:xfrm>
              <a:off x="4627" y="2377"/>
              <a:ext cx="569" cy="145"/>
              <a:chOff x="4637" y="2859"/>
              <a:chExt cx="569" cy="145"/>
            </a:xfrm>
          </p:grpSpPr>
          <p:sp>
            <p:nvSpPr>
              <p:cNvPr id="38968" name="Rectangle 22"/>
              <p:cNvSpPr>
                <a:spLocks noChangeAspect="1" noChangeArrowheads="1"/>
              </p:cNvSpPr>
              <p:nvPr/>
            </p:nvSpPr>
            <p:spPr bwMode="auto">
              <a:xfrm flipH="1">
                <a:off x="5061" y="2859"/>
                <a:ext cx="145" cy="145"/>
              </a:xfrm>
              <a:prstGeom prst="rect">
                <a:avLst/>
              </a:prstGeom>
              <a:solidFill>
                <a:schemeClr val="folHlink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 sz="1800"/>
              </a:p>
            </p:txBody>
          </p:sp>
          <p:sp>
            <p:nvSpPr>
              <p:cNvPr id="38969" name="Rectangle 23"/>
              <p:cNvSpPr>
                <a:spLocks noChangeAspect="1" noChangeArrowheads="1"/>
              </p:cNvSpPr>
              <p:nvPr/>
            </p:nvSpPr>
            <p:spPr bwMode="auto">
              <a:xfrm flipH="1">
                <a:off x="4637" y="2859"/>
                <a:ext cx="146" cy="145"/>
              </a:xfrm>
              <a:prstGeom prst="rect">
                <a:avLst/>
              </a:prstGeom>
              <a:solidFill>
                <a:schemeClr val="folHlink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 sz="1800"/>
              </a:p>
            </p:txBody>
          </p:sp>
        </p:grpSp>
        <p:cxnSp>
          <p:nvCxnSpPr>
            <p:cNvPr id="38956" name="AutoShape 24"/>
            <p:cNvCxnSpPr>
              <a:cxnSpLocks noChangeShapeType="1"/>
              <a:stCxn id="38969" idx="0"/>
              <a:endCxn id="38971" idx="5"/>
            </p:cNvCxnSpPr>
            <p:nvPr/>
          </p:nvCxnSpPr>
          <p:spPr bwMode="auto">
            <a:xfrm flipV="1">
              <a:off x="4700" y="2271"/>
              <a:ext cx="140" cy="100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38957" name="AutoShape 25"/>
            <p:cNvCxnSpPr>
              <a:cxnSpLocks noChangeShapeType="1"/>
              <a:stCxn id="38968" idx="0"/>
              <a:endCxn id="38971" idx="3"/>
            </p:cNvCxnSpPr>
            <p:nvPr/>
          </p:nvCxnSpPr>
          <p:spPr bwMode="auto">
            <a:xfrm flipH="1" flipV="1">
              <a:off x="4983" y="2271"/>
              <a:ext cx="141" cy="100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</p:cxnSp>
        <p:grpSp>
          <p:nvGrpSpPr>
            <p:cNvPr id="38958" name="Group 42"/>
            <p:cNvGrpSpPr>
              <a:grpSpLocks/>
            </p:cNvGrpSpPr>
            <p:nvPr/>
          </p:nvGrpSpPr>
          <p:grpSpPr bwMode="auto">
            <a:xfrm>
              <a:off x="3359" y="1525"/>
              <a:ext cx="807" cy="204"/>
              <a:chOff x="3369" y="1920"/>
              <a:chExt cx="807" cy="204"/>
            </a:xfrm>
          </p:grpSpPr>
          <p:sp>
            <p:nvSpPr>
              <p:cNvPr id="38966" name="Oval 6"/>
              <p:cNvSpPr>
                <a:spLocks noChangeArrowheads="1"/>
              </p:cNvSpPr>
              <p:nvPr/>
            </p:nvSpPr>
            <p:spPr bwMode="auto">
              <a:xfrm flipH="1">
                <a:off x="3975" y="1922"/>
                <a:ext cx="201" cy="202"/>
              </a:xfrm>
              <a:prstGeom prst="ellipse">
                <a:avLst/>
              </a:prstGeom>
              <a:solidFill>
                <a:schemeClr val="accent1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lIns="0" tIns="0" rIns="0" anchor="ctr" anchorCtr="1"/>
              <a:lstStyle/>
              <a:p>
                <a:endParaRPr lang="en-US" sz="1800">
                  <a:latin typeface="Times New Roman" charset="0"/>
                  <a:sym typeface="Symbol" charset="2"/>
                </a:endParaRPr>
              </a:p>
            </p:txBody>
          </p:sp>
          <p:sp>
            <p:nvSpPr>
              <p:cNvPr id="38967" name="Rectangle 30"/>
              <p:cNvSpPr>
                <a:spLocks noChangeAspect="1" noChangeArrowheads="1"/>
              </p:cNvSpPr>
              <p:nvPr/>
            </p:nvSpPr>
            <p:spPr bwMode="auto">
              <a:xfrm flipH="1">
                <a:off x="3369" y="1920"/>
                <a:ext cx="145" cy="145"/>
              </a:xfrm>
              <a:prstGeom prst="rect">
                <a:avLst/>
              </a:prstGeom>
              <a:solidFill>
                <a:schemeClr val="folHlink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 sz="1800"/>
              </a:p>
            </p:txBody>
          </p:sp>
        </p:grpSp>
        <p:grpSp>
          <p:nvGrpSpPr>
            <p:cNvPr id="38959" name="Group 43"/>
            <p:cNvGrpSpPr>
              <a:grpSpLocks/>
            </p:cNvGrpSpPr>
            <p:nvPr/>
          </p:nvGrpSpPr>
          <p:grpSpPr bwMode="auto">
            <a:xfrm>
              <a:off x="2938" y="1243"/>
              <a:ext cx="806" cy="201"/>
              <a:chOff x="2948" y="1683"/>
              <a:chExt cx="806" cy="201"/>
            </a:xfrm>
          </p:grpSpPr>
          <p:sp>
            <p:nvSpPr>
              <p:cNvPr id="38964" name="Oval 4"/>
              <p:cNvSpPr>
                <a:spLocks noChangeArrowheads="1"/>
              </p:cNvSpPr>
              <p:nvPr/>
            </p:nvSpPr>
            <p:spPr bwMode="auto">
              <a:xfrm flipH="1">
                <a:off x="3552" y="1683"/>
                <a:ext cx="202" cy="201"/>
              </a:xfrm>
              <a:prstGeom prst="ellipse">
                <a:avLst/>
              </a:prstGeom>
              <a:solidFill>
                <a:schemeClr val="accent1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lIns="0" tIns="0" rIns="0" anchor="ctr" anchorCtr="1"/>
              <a:lstStyle/>
              <a:p>
                <a:endParaRPr lang="en-US" sz="1800">
                  <a:latin typeface="Times New Roman" charset="0"/>
                  <a:sym typeface="Symbol" charset="2"/>
                </a:endParaRPr>
              </a:p>
            </p:txBody>
          </p:sp>
          <p:sp>
            <p:nvSpPr>
              <p:cNvPr id="38965" name="Rectangle 34"/>
              <p:cNvSpPr>
                <a:spLocks noChangeAspect="1" noChangeArrowheads="1"/>
              </p:cNvSpPr>
              <p:nvPr/>
            </p:nvSpPr>
            <p:spPr bwMode="auto">
              <a:xfrm flipH="1">
                <a:off x="2948" y="1711"/>
                <a:ext cx="145" cy="145"/>
              </a:xfrm>
              <a:prstGeom prst="rect">
                <a:avLst/>
              </a:prstGeom>
              <a:solidFill>
                <a:schemeClr val="folHlink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 sz="1800"/>
              </a:p>
            </p:txBody>
          </p:sp>
        </p:grpSp>
        <p:cxnSp>
          <p:nvCxnSpPr>
            <p:cNvPr id="38960" name="AutoShape 35"/>
            <p:cNvCxnSpPr>
              <a:cxnSpLocks noChangeShapeType="1"/>
              <a:stCxn id="38967" idx="0"/>
              <a:endCxn id="38964" idx="5"/>
            </p:cNvCxnSpPr>
            <p:nvPr/>
          </p:nvCxnSpPr>
          <p:spPr bwMode="auto">
            <a:xfrm flipV="1">
              <a:off x="3432" y="1420"/>
              <a:ext cx="139" cy="99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</p:cxnSp>
        <p:grpSp>
          <p:nvGrpSpPr>
            <p:cNvPr id="38961" name="Group 41"/>
            <p:cNvGrpSpPr>
              <a:grpSpLocks/>
            </p:cNvGrpSpPr>
            <p:nvPr/>
          </p:nvGrpSpPr>
          <p:grpSpPr bwMode="auto">
            <a:xfrm>
              <a:off x="3782" y="1810"/>
              <a:ext cx="807" cy="202"/>
              <a:chOff x="3792" y="2220"/>
              <a:chExt cx="807" cy="202"/>
            </a:xfrm>
          </p:grpSpPr>
          <p:sp>
            <p:nvSpPr>
              <p:cNvPr id="38962" name="Oval 7"/>
              <p:cNvSpPr>
                <a:spLocks noChangeArrowheads="1"/>
              </p:cNvSpPr>
              <p:nvPr/>
            </p:nvSpPr>
            <p:spPr bwMode="auto">
              <a:xfrm flipH="1">
                <a:off x="4397" y="2220"/>
                <a:ext cx="202" cy="202"/>
              </a:xfrm>
              <a:prstGeom prst="ellipse">
                <a:avLst/>
              </a:prstGeom>
              <a:solidFill>
                <a:schemeClr val="accent1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lIns="0" tIns="0" rIns="0" anchor="ctr" anchorCtr="1"/>
              <a:lstStyle/>
              <a:p>
                <a:endParaRPr lang="en-US" sz="1800">
                  <a:latin typeface="Times New Roman" charset="0"/>
                  <a:sym typeface="Symbol" charset="2"/>
                </a:endParaRPr>
              </a:p>
            </p:txBody>
          </p:sp>
          <p:sp>
            <p:nvSpPr>
              <p:cNvPr id="38963" name="Rectangle 37"/>
              <p:cNvSpPr>
                <a:spLocks noChangeAspect="1" noChangeArrowheads="1"/>
              </p:cNvSpPr>
              <p:nvPr/>
            </p:nvSpPr>
            <p:spPr bwMode="auto">
              <a:xfrm flipH="1">
                <a:off x="3792" y="2256"/>
                <a:ext cx="145" cy="145"/>
              </a:xfrm>
              <a:prstGeom prst="rect">
                <a:avLst/>
              </a:prstGeom>
              <a:solidFill>
                <a:schemeClr val="folHlink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 sz="1800"/>
              </a:p>
            </p:txBody>
          </p:sp>
        </p:grpSp>
      </p:grpSp>
      <p:sp>
        <p:nvSpPr>
          <p:cNvPr id="38917" name="Oval 70"/>
          <p:cNvSpPr>
            <a:spLocks noChangeArrowheads="1"/>
          </p:cNvSpPr>
          <p:nvPr/>
        </p:nvSpPr>
        <p:spPr bwMode="auto">
          <a:xfrm>
            <a:off x="6629400" y="4191000"/>
            <a:ext cx="285750" cy="284163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anchor="ctr" anchorCtr="1"/>
          <a:lstStyle/>
          <a:p>
            <a:endParaRPr lang="en-US" sz="1600">
              <a:solidFill>
                <a:schemeClr val="tx2"/>
              </a:solidFill>
              <a:latin typeface="Times New Roman" charset="0"/>
              <a:sym typeface="Symbol" charset="2"/>
            </a:endParaRPr>
          </a:p>
        </p:txBody>
      </p:sp>
      <p:cxnSp>
        <p:nvCxnSpPr>
          <p:cNvPr id="38918" name="AutoShape 71"/>
          <p:cNvCxnSpPr>
            <a:cxnSpLocks noChangeShapeType="1"/>
            <a:stCxn id="38917" idx="3"/>
            <a:endCxn id="38920" idx="7"/>
          </p:cNvCxnSpPr>
          <p:nvPr/>
        </p:nvCxnSpPr>
        <p:spPr bwMode="auto">
          <a:xfrm flipH="1">
            <a:off x="5813425" y="4443413"/>
            <a:ext cx="857250" cy="2349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38919" name="AutoShape 72"/>
          <p:cNvCxnSpPr>
            <a:cxnSpLocks noChangeShapeType="1"/>
            <a:stCxn id="38933" idx="1"/>
            <a:endCxn id="38917" idx="5"/>
          </p:cNvCxnSpPr>
          <p:nvPr/>
        </p:nvCxnSpPr>
        <p:spPr bwMode="auto">
          <a:xfrm flipH="1" flipV="1">
            <a:off x="6873875" y="4443413"/>
            <a:ext cx="857250" cy="236537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</p:cxnSp>
      <p:sp>
        <p:nvSpPr>
          <p:cNvPr id="38920" name="Oval 73"/>
          <p:cNvSpPr>
            <a:spLocks noChangeArrowheads="1"/>
          </p:cNvSpPr>
          <p:nvPr/>
        </p:nvSpPr>
        <p:spPr bwMode="auto">
          <a:xfrm>
            <a:off x="5570538" y="4646613"/>
            <a:ext cx="284162" cy="28575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anchor="ctr" anchorCtr="1"/>
          <a:lstStyle/>
          <a:p>
            <a:endParaRPr lang="en-US" sz="1600">
              <a:latin typeface="Times New Roman" charset="0"/>
              <a:sym typeface="Symbol" charset="2"/>
            </a:endParaRPr>
          </a:p>
        </p:txBody>
      </p:sp>
      <p:sp>
        <p:nvSpPr>
          <p:cNvPr id="38921" name="Oval 74"/>
          <p:cNvSpPr>
            <a:spLocks noChangeArrowheads="1"/>
          </p:cNvSpPr>
          <p:nvPr/>
        </p:nvSpPr>
        <p:spPr bwMode="auto">
          <a:xfrm>
            <a:off x="6092825" y="5102225"/>
            <a:ext cx="285750" cy="28575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anchor="ctr" anchorCtr="1"/>
          <a:lstStyle/>
          <a:p>
            <a:endParaRPr lang="en-US" sz="1600">
              <a:latin typeface="Times New Roman" charset="0"/>
              <a:sym typeface="Symbol" charset="2"/>
            </a:endParaRPr>
          </a:p>
        </p:txBody>
      </p:sp>
      <p:sp>
        <p:nvSpPr>
          <p:cNvPr id="38922" name="Rectangle 75"/>
          <p:cNvSpPr>
            <a:spLocks noChangeAspect="1" noChangeArrowheads="1"/>
          </p:cNvSpPr>
          <p:nvPr/>
        </p:nvSpPr>
        <p:spPr bwMode="auto">
          <a:xfrm>
            <a:off x="5873750" y="5614988"/>
            <a:ext cx="204788" cy="204787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sz="1600"/>
          </a:p>
        </p:txBody>
      </p:sp>
      <p:sp>
        <p:nvSpPr>
          <p:cNvPr id="38923" name="Rectangle 76"/>
          <p:cNvSpPr>
            <a:spLocks noChangeAspect="1" noChangeArrowheads="1"/>
          </p:cNvSpPr>
          <p:nvPr/>
        </p:nvSpPr>
        <p:spPr bwMode="auto">
          <a:xfrm>
            <a:off x="6394450" y="5614988"/>
            <a:ext cx="206375" cy="204787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sz="1600"/>
          </a:p>
        </p:txBody>
      </p:sp>
      <p:cxnSp>
        <p:nvCxnSpPr>
          <p:cNvPr id="38924" name="AutoShape 77"/>
          <p:cNvCxnSpPr>
            <a:cxnSpLocks noChangeShapeType="1"/>
            <a:stCxn id="38923" idx="0"/>
            <a:endCxn id="38921" idx="5"/>
          </p:cNvCxnSpPr>
          <p:nvPr/>
        </p:nvCxnSpPr>
        <p:spPr bwMode="auto">
          <a:xfrm flipH="1" flipV="1">
            <a:off x="6337300" y="5356225"/>
            <a:ext cx="160338" cy="2492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38925" name="AutoShape 78"/>
          <p:cNvCxnSpPr>
            <a:cxnSpLocks noChangeShapeType="1"/>
            <a:stCxn id="38922" idx="0"/>
            <a:endCxn id="38921" idx="3"/>
          </p:cNvCxnSpPr>
          <p:nvPr/>
        </p:nvCxnSpPr>
        <p:spPr bwMode="auto">
          <a:xfrm flipV="1">
            <a:off x="5976938" y="5356225"/>
            <a:ext cx="157162" cy="2492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38926" name="AutoShape 79"/>
          <p:cNvCxnSpPr>
            <a:cxnSpLocks noChangeShapeType="1"/>
            <a:stCxn id="38928" idx="7"/>
            <a:endCxn id="38920" idx="3"/>
          </p:cNvCxnSpPr>
          <p:nvPr/>
        </p:nvCxnSpPr>
        <p:spPr bwMode="auto">
          <a:xfrm flipV="1">
            <a:off x="5291138" y="4900613"/>
            <a:ext cx="320675" cy="233362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38927" name="AutoShape 80"/>
          <p:cNvCxnSpPr>
            <a:cxnSpLocks noChangeShapeType="1"/>
            <a:stCxn id="38921" idx="1"/>
            <a:endCxn id="38920" idx="5"/>
          </p:cNvCxnSpPr>
          <p:nvPr/>
        </p:nvCxnSpPr>
        <p:spPr bwMode="auto">
          <a:xfrm flipH="1" flipV="1">
            <a:off x="5813425" y="4900613"/>
            <a:ext cx="320675" cy="233362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</p:cxnSp>
      <p:sp>
        <p:nvSpPr>
          <p:cNvPr id="38928" name="Oval 81"/>
          <p:cNvSpPr>
            <a:spLocks noChangeArrowheads="1"/>
          </p:cNvSpPr>
          <p:nvPr/>
        </p:nvSpPr>
        <p:spPr bwMode="auto">
          <a:xfrm>
            <a:off x="5048250" y="5102225"/>
            <a:ext cx="284163" cy="28575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anchor="ctr" anchorCtr="1"/>
          <a:lstStyle/>
          <a:p>
            <a:endParaRPr lang="en-US" sz="1600">
              <a:latin typeface="Times New Roman" charset="0"/>
              <a:sym typeface="Symbol" charset="2"/>
            </a:endParaRPr>
          </a:p>
        </p:txBody>
      </p:sp>
      <p:sp>
        <p:nvSpPr>
          <p:cNvPr id="38929" name="Rectangle 82"/>
          <p:cNvSpPr>
            <a:spLocks noChangeAspect="1" noChangeArrowheads="1"/>
          </p:cNvSpPr>
          <p:nvPr/>
        </p:nvSpPr>
        <p:spPr bwMode="auto">
          <a:xfrm>
            <a:off x="4826000" y="5614988"/>
            <a:ext cx="204788" cy="204787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sz="1600"/>
          </a:p>
        </p:txBody>
      </p:sp>
      <p:sp>
        <p:nvSpPr>
          <p:cNvPr id="38930" name="Rectangle 83"/>
          <p:cNvSpPr>
            <a:spLocks noChangeAspect="1" noChangeArrowheads="1"/>
          </p:cNvSpPr>
          <p:nvPr/>
        </p:nvSpPr>
        <p:spPr bwMode="auto">
          <a:xfrm>
            <a:off x="5348288" y="5614988"/>
            <a:ext cx="204787" cy="204787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sz="1600"/>
          </a:p>
        </p:txBody>
      </p:sp>
      <p:cxnSp>
        <p:nvCxnSpPr>
          <p:cNvPr id="38931" name="AutoShape 84"/>
          <p:cNvCxnSpPr>
            <a:cxnSpLocks noChangeShapeType="1"/>
            <a:stCxn id="38930" idx="0"/>
            <a:endCxn id="38928" idx="5"/>
          </p:cNvCxnSpPr>
          <p:nvPr/>
        </p:nvCxnSpPr>
        <p:spPr bwMode="auto">
          <a:xfrm flipH="1" flipV="1">
            <a:off x="5291138" y="5356225"/>
            <a:ext cx="160337" cy="2492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38932" name="AutoShape 85"/>
          <p:cNvCxnSpPr>
            <a:cxnSpLocks noChangeShapeType="1"/>
            <a:stCxn id="38929" idx="0"/>
            <a:endCxn id="38928" idx="3"/>
          </p:cNvCxnSpPr>
          <p:nvPr/>
        </p:nvCxnSpPr>
        <p:spPr bwMode="auto">
          <a:xfrm flipV="1">
            <a:off x="4929188" y="5356225"/>
            <a:ext cx="160337" cy="2492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</p:cxnSp>
      <p:sp>
        <p:nvSpPr>
          <p:cNvPr id="38933" name="Oval 86"/>
          <p:cNvSpPr>
            <a:spLocks noChangeArrowheads="1"/>
          </p:cNvSpPr>
          <p:nvPr/>
        </p:nvSpPr>
        <p:spPr bwMode="auto">
          <a:xfrm>
            <a:off x="7689850" y="4648200"/>
            <a:ext cx="284163" cy="28575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anchor="ctr" anchorCtr="1"/>
          <a:lstStyle/>
          <a:p>
            <a:endParaRPr lang="en-US" sz="1600">
              <a:latin typeface="Times New Roman" charset="0"/>
              <a:sym typeface="Symbol" charset="2"/>
            </a:endParaRPr>
          </a:p>
        </p:txBody>
      </p:sp>
      <p:sp>
        <p:nvSpPr>
          <p:cNvPr id="38934" name="Oval 87"/>
          <p:cNvSpPr>
            <a:spLocks noChangeArrowheads="1"/>
          </p:cNvSpPr>
          <p:nvPr/>
        </p:nvSpPr>
        <p:spPr bwMode="auto">
          <a:xfrm>
            <a:off x="8212138" y="5103813"/>
            <a:ext cx="285750" cy="28575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anchor="ctr" anchorCtr="1"/>
          <a:lstStyle/>
          <a:p>
            <a:endParaRPr lang="en-US" sz="1600">
              <a:latin typeface="Times New Roman" charset="0"/>
              <a:sym typeface="Symbol" charset="2"/>
            </a:endParaRPr>
          </a:p>
        </p:txBody>
      </p:sp>
      <p:sp>
        <p:nvSpPr>
          <p:cNvPr id="38935" name="Rectangle 88"/>
          <p:cNvSpPr>
            <a:spLocks noChangeAspect="1" noChangeArrowheads="1"/>
          </p:cNvSpPr>
          <p:nvPr/>
        </p:nvSpPr>
        <p:spPr bwMode="auto">
          <a:xfrm>
            <a:off x="7993063" y="5616575"/>
            <a:ext cx="204787" cy="204788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sz="1600"/>
          </a:p>
        </p:txBody>
      </p:sp>
      <p:sp>
        <p:nvSpPr>
          <p:cNvPr id="38936" name="Rectangle 89"/>
          <p:cNvSpPr>
            <a:spLocks noChangeAspect="1" noChangeArrowheads="1"/>
          </p:cNvSpPr>
          <p:nvPr/>
        </p:nvSpPr>
        <p:spPr bwMode="auto">
          <a:xfrm>
            <a:off x="8513763" y="5616575"/>
            <a:ext cx="206375" cy="204788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sz="1600"/>
          </a:p>
        </p:txBody>
      </p:sp>
      <p:cxnSp>
        <p:nvCxnSpPr>
          <p:cNvPr id="38937" name="AutoShape 90"/>
          <p:cNvCxnSpPr>
            <a:cxnSpLocks noChangeShapeType="1"/>
            <a:stCxn id="38936" idx="0"/>
            <a:endCxn id="38934" idx="5"/>
          </p:cNvCxnSpPr>
          <p:nvPr/>
        </p:nvCxnSpPr>
        <p:spPr bwMode="auto">
          <a:xfrm flipH="1" flipV="1">
            <a:off x="8456613" y="5357813"/>
            <a:ext cx="160337" cy="249237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38938" name="AutoShape 91"/>
          <p:cNvCxnSpPr>
            <a:cxnSpLocks noChangeShapeType="1"/>
            <a:stCxn id="38935" idx="0"/>
            <a:endCxn id="38934" idx="3"/>
          </p:cNvCxnSpPr>
          <p:nvPr/>
        </p:nvCxnSpPr>
        <p:spPr bwMode="auto">
          <a:xfrm flipV="1">
            <a:off x="8096250" y="5357813"/>
            <a:ext cx="157163" cy="249237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38939" name="AutoShape 92"/>
          <p:cNvCxnSpPr>
            <a:cxnSpLocks noChangeShapeType="1"/>
            <a:stCxn id="38941" idx="7"/>
            <a:endCxn id="38933" idx="3"/>
          </p:cNvCxnSpPr>
          <p:nvPr/>
        </p:nvCxnSpPr>
        <p:spPr bwMode="auto">
          <a:xfrm flipV="1">
            <a:off x="7410450" y="4902200"/>
            <a:ext cx="320675" cy="2333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38940" name="AutoShape 93"/>
          <p:cNvCxnSpPr>
            <a:cxnSpLocks noChangeShapeType="1"/>
            <a:stCxn id="38934" idx="1"/>
            <a:endCxn id="38933" idx="5"/>
          </p:cNvCxnSpPr>
          <p:nvPr/>
        </p:nvCxnSpPr>
        <p:spPr bwMode="auto">
          <a:xfrm flipH="1" flipV="1">
            <a:off x="7932738" y="4902200"/>
            <a:ext cx="320675" cy="23336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</p:cxnSp>
      <p:sp>
        <p:nvSpPr>
          <p:cNvPr id="38941" name="Oval 94"/>
          <p:cNvSpPr>
            <a:spLocks noChangeArrowheads="1"/>
          </p:cNvSpPr>
          <p:nvPr/>
        </p:nvSpPr>
        <p:spPr bwMode="auto">
          <a:xfrm>
            <a:off x="7167563" y="5103813"/>
            <a:ext cx="284162" cy="28575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anchor="ctr" anchorCtr="1"/>
          <a:lstStyle/>
          <a:p>
            <a:endParaRPr lang="en-US" sz="1600">
              <a:latin typeface="Times New Roman" charset="0"/>
              <a:sym typeface="Symbol" charset="2"/>
            </a:endParaRPr>
          </a:p>
        </p:txBody>
      </p:sp>
      <p:sp>
        <p:nvSpPr>
          <p:cNvPr id="38942" name="Rectangle 95"/>
          <p:cNvSpPr>
            <a:spLocks noChangeAspect="1" noChangeArrowheads="1"/>
          </p:cNvSpPr>
          <p:nvPr/>
        </p:nvSpPr>
        <p:spPr bwMode="auto">
          <a:xfrm>
            <a:off x="6945313" y="5616575"/>
            <a:ext cx="204787" cy="204788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sz="1600"/>
          </a:p>
        </p:txBody>
      </p:sp>
      <p:sp>
        <p:nvSpPr>
          <p:cNvPr id="38943" name="Rectangle 96"/>
          <p:cNvSpPr>
            <a:spLocks noChangeAspect="1" noChangeArrowheads="1"/>
          </p:cNvSpPr>
          <p:nvPr/>
        </p:nvSpPr>
        <p:spPr bwMode="auto">
          <a:xfrm>
            <a:off x="7467600" y="5616575"/>
            <a:ext cx="204788" cy="204788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sz="1600"/>
          </a:p>
        </p:txBody>
      </p:sp>
      <p:cxnSp>
        <p:nvCxnSpPr>
          <p:cNvPr id="38944" name="AutoShape 97"/>
          <p:cNvCxnSpPr>
            <a:cxnSpLocks noChangeShapeType="1"/>
            <a:stCxn id="38943" idx="0"/>
            <a:endCxn id="38941" idx="5"/>
          </p:cNvCxnSpPr>
          <p:nvPr/>
        </p:nvCxnSpPr>
        <p:spPr bwMode="auto">
          <a:xfrm flipH="1" flipV="1">
            <a:off x="7410450" y="5357813"/>
            <a:ext cx="160338" cy="249237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38945" name="AutoShape 98"/>
          <p:cNvCxnSpPr>
            <a:cxnSpLocks noChangeShapeType="1"/>
            <a:stCxn id="38942" idx="0"/>
            <a:endCxn id="38941" idx="3"/>
          </p:cNvCxnSpPr>
          <p:nvPr/>
        </p:nvCxnSpPr>
        <p:spPr bwMode="auto">
          <a:xfrm flipV="1">
            <a:off x="7048500" y="5357813"/>
            <a:ext cx="160338" cy="249237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905000" y="1752600"/>
            <a:ext cx="3505200" cy="1143000"/>
          </a:xfrm>
        </p:spPr>
        <p:txBody>
          <a:bodyPr/>
          <a:lstStyle/>
          <a:p>
            <a:r>
              <a:rPr lang="en-US" smtClean="0"/>
              <a:t>AVL Trees</a:t>
            </a:r>
          </a:p>
        </p:txBody>
      </p:sp>
      <p:grpSp>
        <p:nvGrpSpPr>
          <p:cNvPr id="39939" name="Group 3"/>
          <p:cNvGrpSpPr>
            <a:grpSpLocks/>
          </p:cNvGrpSpPr>
          <p:nvPr/>
        </p:nvGrpSpPr>
        <p:grpSpPr bwMode="auto">
          <a:xfrm>
            <a:off x="4876800" y="3308350"/>
            <a:ext cx="2667000" cy="1873250"/>
            <a:chOff x="3072" y="2084"/>
            <a:chExt cx="1680" cy="1180"/>
          </a:xfrm>
        </p:grpSpPr>
        <p:sp>
          <p:nvSpPr>
            <p:cNvPr id="39940" name="Oval 4"/>
            <p:cNvSpPr>
              <a:spLocks noChangeArrowheads="1"/>
            </p:cNvSpPr>
            <p:nvPr/>
          </p:nvSpPr>
          <p:spPr bwMode="auto">
            <a:xfrm>
              <a:off x="3880" y="2084"/>
              <a:ext cx="201" cy="202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tIns="0" rIns="0" anchor="ctr" anchorCtr="1"/>
            <a:lstStyle/>
            <a:p>
              <a:r>
                <a:rPr lang="en-US" sz="1800">
                  <a:solidFill>
                    <a:srgbClr val="000000"/>
                  </a:solidFill>
                  <a:latin typeface="Times New Roman" charset="0"/>
                  <a:sym typeface="Symbol" charset="2"/>
                </a:rPr>
                <a:t>6</a:t>
              </a:r>
            </a:p>
          </p:txBody>
        </p:sp>
        <p:cxnSp>
          <p:nvCxnSpPr>
            <p:cNvPr id="39941" name="AutoShape 5"/>
            <p:cNvCxnSpPr>
              <a:cxnSpLocks noChangeShapeType="1"/>
              <a:stCxn id="39946" idx="0"/>
              <a:endCxn id="39940" idx="5"/>
            </p:cNvCxnSpPr>
            <p:nvPr/>
          </p:nvCxnSpPr>
          <p:spPr bwMode="auto">
            <a:xfrm flipH="1" flipV="1">
              <a:off x="4052" y="2268"/>
              <a:ext cx="443" cy="110"/>
            </a:xfrm>
            <a:prstGeom prst="straightConnector1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/>
            </a:ln>
          </p:spPr>
        </p:cxnSp>
        <p:cxnSp>
          <p:nvCxnSpPr>
            <p:cNvPr id="39942" name="AutoShape 6"/>
            <p:cNvCxnSpPr>
              <a:cxnSpLocks noChangeShapeType="1"/>
              <a:stCxn id="39943" idx="7"/>
              <a:endCxn id="39940" idx="3"/>
            </p:cNvCxnSpPr>
            <p:nvPr/>
          </p:nvCxnSpPr>
          <p:spPr bwMode="auto">
            <a:xfrm flipV="1">
              <a:off x="3474" y="2268"/>
              <a:ext cx="435" cy="152"/>
            </a:xfrm>
            <a:prstGeom prst="straightConnector1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/>
            </a:ln>
          </p:spPr>
        </p:cxnSp>
        <p:sp>
          <p:nvSpPr>
            <p:cNvPr id="39943" name="Oval 7"/>
            <p:cNvSpPr>
              <a:spLocks noChangeArrowheads="1"/>
            </p:cNvSpPr>
            <p:nvPr/>
          </p:nvSpPr>
          <p:spPr bwMode="auto">
            <a:xfrm>
              <a:off x="3302" y="2396"/>
              <a:ext cx="202" cy="202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2"/>
              </a:solidFill>
              <a:round/>
              <a:headEnd/>
              <a:tailEnd/>
            </a:ln>
          </p:spPr>
          <p:txBody>
            <a:bodyPr wrap="none" lIns="0" tIns="0" rIns="0" anchor="ctr" anchorCtr="1"/>
            <a:lstStyle/>
            <a:p>
              <a:r>
                <a:rPr lang="en-US" sz="1800">
                  <a:solidFill>
                    <a:schemeClr val="tx2"/>
                  </a:solidFill>
                  <a:latin typeface="Times New Roman" charset="0"/>
                  <a:sym typeface="Symbol" charset="2"/>
                </a:rPr>
                <a:t>3</a:t>
              </a:r>
            </a:p>
          </p:txBody>
        </p:sp>
        <p:sp>
          <p:nvSpPr>
            <p:cNvPr id="39944" name="Rectangle 8"/>
            <p:cNvSpPr>
              <a:spLocks noChangeAspect="1" noChangeArrowheads="1"/>
            </p:cNvSpPr>
            <p:nvPr/>
          </p:nvSpPr>
          <p:spPr bwMode="auto">
            <a:xfrm>
              <a:off x="3072" y="2759"/>
              <a:ext cx="145" cy="145"/>
            </a:xfrm>
            <a:prstGeom prst="rect">
              <a:avLst/>
            </a:prstGeom>
            <a:solidFill>
              <a:schemeClr val="folHlink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sz="1800"/>
            </a:p>
          </p:txBody>
        </p:sp>
        <p:cxnSp>
          <p:nvCxnSpPr>
            <p:cNvPr id="39945" name="AutoShape 9"/>
            <p:cNvCxnSpPr>
              <a:cxnSpLocks noChangeShapeType="1"/>
              <a:stCxn id="39944" idx="0"/>
              <a:endCxn id="39943" idx="3"/>
            </p:cNvCxnSpPr>
            <p:nvPr/>
          </p:nvCxnSpPr>
          <p:spPr bwMode="auto">
            <a:xfrm flipV="1">
              <a:off x="3145" y="2574"/>
              <a:ext cx="187" cy="173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</p:cxnSp>
        <p:sp>
          <p:nvSpPr>
            <p:cNvPr id="39946" name="Oval 10"/>
            <p:cNvSpPr>
              <a:spLocks noChangeArrowheads="1"/>
            </p:cNvSpPr>
            <p:nvPr/>
          </p:nvSpPr>
          <p:spPr bwMode="auto">
            <a:xfrm>
              <a:off x="4394" y="2384"/>
              <a:ext cx="201" cy="202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2"/>
              </a:solidFill>
              <a:round/>
              <a:headEnd/>
              <a:tailEnd/>
            </a:ln>
          </p:spPr>
          <p:txBody>
            <a:bodyPr wrap="none" lIns="0" tIns="0" rIns="0" anchor="ctr" anchorCtr="1"/>
            <a:lstStyle/>
            <a:p>
              <a:r>
                <a:rPr lang="en-US" sz="1800">
                  <a:solidFill>
                    <a:schemeClr val="tx2"/>
                  </a:solidFill>
                  <a:latin typeface="Times New Roman" charset="0"/>
                  <a:sym typeface="Symbol" charset="2"/>
                </a:rPr>
                <a:t>8</a:t>
              </a:r>
            </a:p>
          </p:txBody>
        </p:sp>
        <p:sp>
          <p:nvSpPr>
            <p:cNvPr id="39947" name="Rectangle 11"/>
            <p:cNvSpPr>
              <a:spLocks noChangeAspect="1" noChangeArrowheads="1"/>
            </p:cNvSpPr>
            <p:nvPr/>
          </p:nvSpPr>
          <p:spPr bwMode="auto">
            <a:xfrm>
              <a:off x="4237" y="2747"/>
              <a:ext cx="145" cy="145"/>
            </a:xfrm>
            <a:prstGeom prst="rect">
              <a:avLst/>
            </a:prstGeom>
            <a:solidFill>
              <a:schemeClr val="folHlink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sz="1800"/>
            </a:p>
          </p:txBody>
        </p:sp>
        <p:sp>
          <p:nvSpPr>
            <p:cNvPr id="39948" name="Rectangle 12"/>
            <p:cNvSpPr>
              <a:spLocks noChangeAspect="1" noChangeArrowheads="1"/>
            </p:cNvSpPr>
            <p:nvPr/>
          </p:nvSpPr>
          <p:spPr bwMode="auto">
            <a:xfrm>
              <a:off x="4607" y="2747"/>
              <a:ext cx="145" cy="145"/>
            </a:xfrm>
            <a:prstGeom prst="rect">
              <a:avLst/>
            </a:prstGeom>
            <a:solidFill>
              <a:schemeClr val="folHlink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sz="1800"/>
            </a:p>
          </p:txBody>
        </p:sp>
        <p:cxnSp>
          <p:nvCxnSpPr>
            <p:cNvPr id="39949" name="AutoShape 13"/>
            <p:cNvCxnSpPr>
              <a:cxnSpLocks noChangeShapeType="1"/>
              <a:stCxn id="39948" idx="0"/>
              <a:endCxn id="39946" idx="5"/>
            </p:cNvCxnSpPr>
            <p:nvPr/>
          </p:nvCxnSpPr>
          <p:spPr bwMode="auto">
            <a:xfrm flipH="1" flipV="1">
              <a:off x="4566" y="2562"/>
              <a:ext cx="114" cy="173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39950" name="AutoShape 14"/>
            <p:cNvCxnSpPr>
              <a:cxnSpLocks noChangeShapeType="1"/>
              <a:stCxn id="39947" idx="0"/>
              <a:endCxn id="39946" idx="3"/>
            </p:cNvCxnSpPr>
            <p:nvPr/>
          </p:nvCxnSpPr>
          <p:spPr bwMode="auto">
            <a:xfrm flipV="1">
              <a:off x="4310" y="2562"/>
              <a:ext cx="113" cy="173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</p:cxnSp>
        <p:sp>
          <p:nvSpPr>
            <p:cNvPr id="39951" name="Oval 15"/>
            <p:cNvSpPr>
              <a:spLocks noChangeArrowheads="1"/>
            </p:cNvSpPr>
            <p:nvPr/>
          </p:nvSpPr>
          <p:spPr bwMode="auto">
            <a:xfrm>
              <a:off x="3566" y="2756"/>
              <a:ext cx="201" cy="202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2"/>
              </a:solidFill>
              <a:round/>
              <a:headEnd/>
              <a:tailEnd/>
            </a:ln>
          </p:spPr>
          <p:txBody>
            <a:bodyPr wrap="none" lIns="0" tIns="0" rIns="0" anchor="ctr" anchorCtr="1"/>
            <a:lstStyle/>
            <a:p>
              <a:r>
                <a:rPr lang="en-US" sz="1800">
                  <a:solidFill>
                    <a:schemeClr val="tx2"/>
                  </a:solidFill>
                  <a:latin typeface="Times New Roman" charset="0"/>
                  <a:sym typeface="Symbol" charset="2"/>
                </a:rPr>
                <a:t>4</a:t>
              </a:r>
            </a:p>
          </p:txBody>
        </p:sp>
        <p:sp>
          <p:nvSpPr>
            <p:cNvPr id="39952" name="Rectangle 16"/>
            <p:cNvSpPr>
              <a:spLocks noChangeAspect="1" noChangeArrowheads="1"/>
            </p:cNvSpPr>
            <p:nvPr/>
          </p:nvSpPr>
          <p:spPr bwMode="auto">
            <a:xfrm>
              <a:off x="3409" y="3119"/>
              <a:ext cx="145" cy="145"/>
            </a:xfrm>
            <a:prstGeom prst="rect">
              <a:avLst/>
            </a:prstGeom>
            <a:solidFill>
              <a:schemeClr val="folHlink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sz="1800"/>
            </a:p>
          </p:txBody>
        </p:sp>
        <p:sp>
          <p:nvSpPr>
            <p:cNvPr id="39953" name="Rectangle 17"/>
            <p:cNvSpPr>
              <a:spLocks noChangeAspect="1" noChangeArrowheads="1"/>
            </p:cNvSpPr>
            <p:nvPr/>
          </p:nvSpPr>
          <p:spPr bwMode="auto">
            <a:xfrm>
              <a:off x="3816" y="3119"/>
              <a:ext cx="145" cy="145"/>
            </a:xfrm>
            <a:prstGeom prst="rect">
              <a:avLst/>
            </a:prstGeom>
            <a:solidFill>
              <a:schemeClr val="folHlink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sz="1800"/>
            </a:p>
          </p:txBody>
        </p:sp>
        <p:cxnSp>
          <p:nvCxnSpPr>
            <p:cNvPr id="39954" name="AutoShape 18"/>
            <p:cNvCxnSpPr>
              <a:cxnSpLocks noChangeShapeType="1"/>
              <a:stCxn id="39953" idx="0"/>
              <a:endCxn id="39951" idx="5"/>
            </p:cNvCxnSpPr>
            <p:nvPr/>
          </p:nvCxnSpPr>
          <p:spPr bwMode="auto">
            <a:xfrm flipH="1" flipV="1">
              <a:off x="3738" y="2934"/>
              <a:ext cx="151" cy="173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39955" name="AutoShape 19"/>
            <p:cNvCxnSpPr>
              <a:cxnSpLocks noChangeShapeType="1"/>
              <a:stCxn id="39952" idx="0"/>
              <a:endCxn id="39951" idx="3"/>
            </p:cNvCxnSpPr>
            <p:nvPr/>
          </p:nvCxnSpPr>
          <p:spPr bwMode="auto">
            <a:xfrm flipV="1">
              <a:off x="3482" y="2934"/>
              <a:ext cx="113" cy="173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39956" name="AutoShape 20"/>
            <p:cNvCxnSpPr>
              <a:cxnSpLocks noChangeShapeType="1"/>
              <a:stCxn id="39951" idx="0"/>
              <a:endCxn id="39943" idx="5"/>
            </p:cNvCxnSpPr>
            <p:nvPr/>
          </p:nvCxnSpPr>
          <p:spPr bwMode="auto">
            <a:xfrm flipH="1" flipV="1">
              <a:off x="3474" y="2574"/>
              <a:ext cx="193" cy="176"/>
            </a:xfrm>
            <a:prstGeom prst="straightConnector1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/>
            </a:ln>
          </p:spPr>
        </p:cxnSp>
        <p:sp>
          <p:nvSpPr>
            <p:cNvPr id="39957" name="Text Box 21"/>
            <p:cNvSpPr txBox="1">
              <a:spLocks noChangeArrowheads="1"/>
            </p:cNvSpPr>
            <p:nvPr/>
          </p:nvSpPr>
          <p:spPr bwMode="auto">
            <a:xfrm>
              <a:off x="3168" y="2180"/>
              <a:ext cx="196" cy="288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b="1" i="1">
                  <a:solidFill>
                    <a:schemeClr val="tx2"/>
                  </a:solidFill>
                  <a:latin typeface="Times New Roman" charset="0"/>
                </a:rPr>
                <a:t>v</a:t>
              </a:r>
            </a:p>
          </p:txBody>
        </p:sp>
        <p:sp>
          <p:nvSpPr>
            <p:cNvPr id="39958" name="Text Box 22"/>
            <p:cNvSpPr txBox="1">
              <a:spLocks noChangeArrowheads="1"/>
            </p:cNvSpPr>
            <p:nvPr/>
          </p:nvSpPr>
          <p:spPr bwMode="auto">
            <a:xfrm>
              <a:off x="3696" y="2516"/>
              <a:ext cx="196" cy="288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b="1" i="1">
                  <a:solidFill>
                    <a:schemeClr val="tx2"/>
                  </a:solidFill>
                  <a:latin typeface="Times New Roman" charset="0"/>
                </a:rPr>
                <a:t>z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0" y="152400"/>
            <a:ext cx="7772400" cy="838200"/>
          </a:xfrm>
        </p:spPr>
        <p:txBody>
          <a:bodyPr/>
          <a:lstStyle/>
          <a:p>
            <a:r>
              <a:rPr lang="en-US" dirty="0" smtClean="0"/>
              <a:t>AVL Tree Definition</a:t>
            </a:r>
          </a:p>
        </p:txBody>
      </p:sp>
      <p:sp>
        <p:nvSpPr>
          <p:cNvPr id="41987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sz="half" idx="1"/>
          </p:nvPr>
        </p:nvSpPr>
        <p:spPr>
          <a:xfrm>
            <a:off x="152400" y="1066800"/>
            <a:ext cx="4267200" cy="5638800"/>
          </a:xfrm>
        </p:spPr>
        <p:txBody>
          <a:bodyPr/>
          <a:lstStyle/>
          <a:p>
            <a:pPr>
              <a:lnSpc>
                <a:spcPct val="90000"/>
              </a:lnSpc>
              <a:buClrTx/>
              <a:buFont typeface="Times" charset="0"/>
              <a:buChar char="•"/>
            </a:pPr>
            <a:r>
              <a:rPr lang="en-US" sz="2800" dirty="0" smtClean="0">
                <a:solidFill>
                  <a:srgbClr val="000090"/>
                </a:solidFill>
              </a:rPr>
              <a:t>AVL trees are BST</a:t>
            </a:r>
          </a:p>
          <a:p>
            <a:pPr>
              <a:lnSpc>
                <a:spcPct val="90000"/>
              </a:lnSpc>
              <a:buClrTx/>
              <a:buFont typeface="Times" charset="0"/>
              <a:buChar char="•"/>
            </a:pPr>
            <a:r>
              <a:rPr lang="en-US" sz="2800" dirty="0" smtClean="0">
                <a:solidFill>
                  <a:srgbClr val="000090"/>
                </a:solidFill>
              </a:rPr>
              <a:t>It has a height-balancing property</a:t>
            </a:r>
          </a:p>
          <a:p>
            <a:pPr>
              <a:lnSpc>
                <a:spcPct val="90000"/>
              </a:lnSpc>
              <a:buClrTx/>
              <a:buFont typeface="Times" charset="0"/>
              <a:buChar char="•"/>
            </a:pPr>
            <a:r>
              <a:rPr lang="en-US" sz="2800" dirty="0" smtClean="0">
                <a:solidFill>
                  <a:srgbClr val="000090"/>
                </a:solidFill>
              </a:rPr>
              <a:t>For every internal node v of T, the heights of the children of v can differ by at most 1.</a:t>
            </a:r>
          </a:p>
          <a:p>
            <a:pPr>
              <a:lnSpc>
                <a:spcPct val="90000"/>
              </a:lnSpc>
              <a:buClrTx/>
              <a:buFont typeface="Times" charset="0"/>
              <a:buChar char="•"/>
            </a:pPr>
            <a:r>
              <a:rPr lang="en-US" sz="2800" dirty="0" smtClean="0">
                <a:solidFill>
                  <a:srgbClr val="000090"/>
                </a:solidFill>
              </a:rPr>
              <a:t>Insertion &amp; deletion  should preserve this.</a:t>
            </a:r>
          </a:p>
          <a:p>
            <a:pPr>
              <a:lnSpc>
                <a:spcPct val="90000"/>
              </a:lnSpc>
              <a:buClrTx/>
              <a:buFont typeface="Times" charset="0"/>
              <a:buChar char="•"/>
            </a:pPr>
            <a:r>
              <a:rPr lang="en-US" sz="2800" dirty="0" smtClean="0">
                <a:solidFill>
                  <a:srgbClr val="000090"/>
                </a:solidFill>
              </a:rPr>
              <a:t>Ensures that the depth of the tree is logarithmic</a:t>
            </a:r>
          </a:p>
          <a:p>
            <a:pPr>
              <a:lnSpc>
                <a:spcPct val="90000"/>
              </a:lnSpc>
              <a:buClrTx/>
              <a:buFont typeface="Times" charset="0"/>
              <a:buChar char="•"/>
            </a:pPr>
            <a:r>
              <a:rPr lang="en-US" sz="2800" dirty="0" smtClean="0">
                <a:solidFill>
                  <a:srgbClr val="000090"/>
                </a:solidFill>
              </a:rPr>
              <a:t>Searches are close to O(log n) and not O(n).</a:t>
            </a:r>
            <a:endParaRPr lang="en-US" dirty="0" smtClean="0">
              <a:solidFill>
                <a:srgbClr val="000090"/>
              </a:solidFill>
            </a:endParaRPr>
          </a:p>
          <a:p>
            <a:pPr>
              <a:lnSpc>
                <a:spcPct val="90000"/>
              </a:lnSpc>
              <a:buClrTx/>
              <a:buFont typeface="Times" charset="0"/>
              <a:buChar char="•"/>
            </a:pPr>
            <a:endParaRPr lang="en-US" dirty="0" smtClean="0"/>
          </a:p>
        </p:txBody>
      </p:sp>
      <p:pic>
        <p:nvPicPr>
          <p:cNvPr id="41988" name="Picture 4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/>
          <a:srcRect/>
          <a:stretch>
            <a:fillRect/>
          </a:stretch>
        </p:blipFill>
        <p:spPr>
          <a:xfrm>
            <a:off x="4648200" y="2209800"/>
            <a:ext cx="4191000" cy="3087688"/>
          </a:xfrm>
        </p:spPr>
      </p:pic>
      <p:sp>
        <p:nvSpPr>
          <p:cNvPr id="41989" name="Text Box 5"/>
          <p:cNvSpPr txBox="1">
            <a:spLocks noChangeArrowheads="1"/>
          </p:cNvSpPr>
          <p:nvPr/>
        </p:nvSpPr>
        <p:spPr bwMode="auto">
          <a:xfrm>
            <a:off x="4495800" y="5486400"/>
            <a:ext cx="4114800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latin typeface="Times New Roman" charset="0"/>
              </a:rPr>
              <a:t>An example of an AVL tree where the heights are shown next to the nodes: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/>
        <p:txBody>
          <a:bodyPr/>
          <a:lstStyle/>
          <a:p>
            <a:r>
              <a:rPr lang="en-US" dirty="0" smtClean="0"/>
              <a:t>Definition of an AVL tree</a:t>
            </a:r>
          </a:p>
          <a:p>
            <a:r>
              <a:rPr lang="en-US" dirty="0" smtClean="0"/>
              <a:t>Balance Factor of a node in an AVL tree</a:t>
            </a:r>
          </a:p>
          <a:p>
            <a:r>
              <a:rPr lang="en-US" dirty="0" smtClean="0"/>
              <a:t>Representation </a:t>
            </a:r>
          </a:p>
          <a:p>
            <a:r>
              <a:rPr lang="en-US" dirty="0" smtClean="0"/>
              <a:t>Insertion</a:t>
            </a:r>
          </a:p>
          <a:p>
            <a:r>
              <a:rPr lang="en-US" dirty="0" smtClean="0"/>
              <a:t>Height Balancing</a:t>
            </a:r>
          </a:p>
          <a:p>
            <a:r>
              <a:rPr lang="en-US" dirty="0" smtClean="0"/>
              <a:t>Single rotations</a:t>
            </a:r>
          </a:p>
          <a:p>
            <a:pPr lvl="1"/>
            <a:r>
              <a:rPr lang="en-US" dirty="0" smtClean="0"/>
              <a:t>LL and RR</a:t>
            </a:r>
          </a:p>
          <a:p>
            <a:r>
              <a:rPr lang="en-US" dirty="0" smtClean="0"/>
              <a:t>Double Rotations</a:t>
            </a:r>
          </a:p>
          <a:p>
            <a:pPr lvl="1"/>
            <a:r>
              <a:rPr lang="en-US" dirty="0" smtClean="0"/>
              <a:t>LR and RL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FD081BB-BAD9-423A-A3ED-4242EE3E2412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9554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Height of an AVL Tree</a:t>
            </a:r>
          </a:p>
        </p:txBody>
      </p:sp>
      <p:sp>
        <p:nvSpPr>
          <p:cNvPr id="43011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sz="half" idx="1"/>
          </p:nvPr>
        </p:nvSpPr>
        <p:spPr>
          <a:xfrm>
            <a:off x="533400" y="1676400"/>
            <a:ext cx="8534400" cy="4876800"/>
          </a:xfrm>
        </p:spPr>
        <p:txBody>
          <a:bodyPr/>
          <a:lstStyle/>
          <a:p>
            <a:pPr>
              <a:lnSpc>
                <a:spcPct val="90000"/>
              </a:lnSpc>
              <a:buClr>
                <a:schemeClr val="tx1"/>
              </a:buClr>
              <a:buFont typeface="Times" charset="0"/>
              <a:buChar char="•"/>
            </a:pPr>
            <a:r>
              <a:rPr lang="en-US" sz="2100" b="1" smtClean="0">
                <a:solidFill>
                  <a:srgbClr val="3028FF"/>
                </a:solidFill>
              </a:rPr>
              <a:t>Fact</a:t>
            </a:r>
            <a:r>
              <a:rPr lang="en-US" sz="2100" smtClean="0"/>
              <a:t>: The </a:t>
            </a:r>
            <a:r>
              <a:rPr lang="en-US" sz="2100" b="1" i="1" smtClean="0"/>
              <a:t>height</a:t>
            </a:r>
            <a:r>
              <a:rPr lang="en-US" sz="2100" smtClean="0"/>
              <a:t> of an AVL tree storing n keys is O(log n).</a:t>
            </a:r>
          </a:p>
          <a:p>
            <a:pPr>
              <a:lnSpc>
                <a:spcPct val="90000"/>
              </a:lnSpc>
              <a:buClr>
                <a:schemeClr val="tx1"/>
              </a:buClr>
              <a:buFont typeface="Times" charset="0"/>
              <a:buChar char="•"/>
            </a:pPr>
            <a:r>
              <a:rPr lang="en-US" sz="2100" b="1" smtClean="0">
                <a:solidFill>
                  <a:srgbClr val="3028FF"/>
                </a:solidFill>
              </a:rPr>
              <a:t>Proof</a:t>
            </a:r>
            <a:r>
              <a:rPr lang="en-US" sz="2100" smtClean="0"/>
              <a:t>: Let us bound </a:t>
            </a:r>
            <a:r>
              <a:rPr lang="en-US" sz="2100" b="1" smtClean="0"/>
              <a:t>n(h):</a:t>
            </a:r>
            <a:r>
              <a:rPr lang="en-US" sz="2100" smtClean="0"/>
              <a:t> the minimum number of internal nodes of an AVL tree of height h.</a:t>
            </a:r>
          </a:p>
          <a:p>
            <a:pPr>
              <a:lnSpc>
                <a:spcPct val="90000"/>
              </a:lnSpc>
              <a:buClr>
                <a:schemeClr val="tx1"/>
              </a:buClr>
              <a:buFont typeface="Times" charset="0"/>
              <a:buChar char="•"/>
            </a:pPr>
            <a:r>
              <a:rPr lang="en-US" sz="2100" smtClean="0"/>
              <a:t>We easily see that n(1) = 1 and n(2) = 2</a:t>
            </a:r>
          </a:p>
          <a:p>
            <a:pPr>
              <a:lnSpc>
                <a:spcPct val="90000"/>
              </a:lnSpc>
              <a:buClr>
                <a:schemeClr val="tx1"/>
              </a:buClr>
              <a:buFont typeface="Times" charset="0"/>
              <a:buChar char="•"/>
            </a:pPr>
            <a:r>
              <a:rPr lang="en-US" sz="2100" smtClean="0"/>
              <a:t>For n &gt; 2, an AVL tree of height h contains the root node, one AVL subtree of height h-1 and another of height h-2.</a:t>
            </a:r>
          </a:p>
          <a:p>
            <a:pPr>
              <a:lnSpc>
                <a:spcPct val="90000"/>
              </a:lnSpc>
              <a:buClr>
                <a:schemeClr val="tx1"/>
              </a:buClr>
              <a:buFont typeface="Times" charset="0"/>
              <a:buChar char="•"/>
            </a:pPr>
            <a:r>
              <a:rPr lang="en-US" sz="2100" smtClean="0"/>
              <a:t>That is, n(h) = 1 + n(h-1) + n(h-2)</a:t>
            </a:r>
          </a:p>
          <a:p>
            <a:pPr>
              <a:lnSpc>
                <a:spcPct val="90000"/>
              </a:lnSpc>
              <a:buClr>
                <a:schemeClr val="tx1"/>
              </a:buClr>
              <a:buFont typeface="Times" charset="0"/>
              <a:buChar char="•"/>
            </a:pPr>
            <a:r>
              <a:rPr lang="en-US" sz="2100" smtClean="0"/>
              <a:t>Knowing n(h-1) &gt; n(h-2), we get n(h) &gt; 2n(h-2). So</a:t>
            </a:r>
          </a:p>
          <a:p>
            <a:pPr lvl="1">
              <a:lnSpc>
                <a:spcPct val="90000"/>
              </a:lnSpc>
              <a:buFont typeface="Times" charset="0"/>
              <a:buChar char="•"/>
            </a:pPr>
            <a:r>
              <a:rPr lang="en-US" sz="1800" smtClean="0">
                <a:solidFill>
                  <a:schemeClr val="tx2"/>
                </a:solidFill>
              </a:rPr>
              <a:t>n(h) &gt; 2n(h-2), n(h) &gt; 4n(h-4), n(h) &gt; 8n(n-6), … (by induction),</a:t>
            </a:r>
          </a:p>
          <a:p>
            <a:pPr lvl="1">
              <a:lnSpc>
                <a:spcPct val="90000"/>
              </a:lnSpc>
              <a:buFont typeface="Times" charset="0"/>
              <a:buChar char="•"/>
            </a:pPr>
            <a:r>
              <a:rPr lang="en-US" sz="1800" smtClean="0">
                <a:solidFill>
                  <a:schemeClr val="tx2"/>
                </a:solidFill>
              </a:rPr>
              <a:t>n(h) &gt; 2</a:t>
            </a:r>
            <a:r>
              <a:rPr lang="en-US" sz="1800" baseline="30000" smtClean="0">
                <a:solidFill>
                  <a:schemeClr val="tx2"/>
                </a:solidFill>
              </a:rPr>
              <a:t>i</a:t>
            </a:r>
            <a:r>
              <a:rPr lang="en-US" sz="1800" smtClean="0">
                <a:solidFill>
                  <a:schemeClr val="tx2"/>
                </a:solidFill>
              </a:rPr>
              <a:t>n(h-2i)</a:t>
            </a:r>
            <a:endParaRPr lang="en-US" sz="1800" smtClean="0"/>
          </a:p>
          <a:p>
            <a:pPr>
              <a:lnSpc>
                <a:spcPct val="90000"/>
              </a:lnSpc>
              <a:buClr>
                <a:schemeClr val="tx1"/>
              </a:buClr>
              <a:buFont typeface="Times" charset="0"/>
              <a:buChar char="•"/>
            </a:pPr>
            <a:r>
              <a:rPr lang="en-US" sz="2100" smtClean="0"/>
              <a:t>Solving the base case we get: n(h) &gt; 2 </a:t>
            </a:r>
            <a:r>
              <a:rPr lang="en-US" sz="2100" baseline="30000" smtClean="0"/>
              <a:t>h/2-1</a:t>
            </a:r>
          </a:p>
          <a:p>
            <a:pPr>
              <a:lnSpc>
                <a:spcPct val="90000"/>
              </a:lnSpc>
              <a:buClr>
                <a:schemeClr val="tx1"/>
              </a:buClr>
              <a:buFont typeface="Times" charset="0"/>
              <a:buChar char="•"/>
            </a:pPr>
            <a:r>
              <a:rPr lang="en-US" sz="2100" smtClean="0"/>
              <a:t>Taking logarithms: h &lt; 2log n(h) +2</a:t>
            </a:r>
          </a:p>
          <a:p>
            <a:pPr>
              <a:lnSpc>
                <a:spcPct val="90000"/>
              </a:lnSpc>
              <a:buClr>
                <a:schemeClr val="tx1"/>
              </a:buClr>
              <a:buFont typeface="Times" charset="0"/>
              <a:buChar char="•"/>
            </a:pPr>
            <a:r>
              <a:rPr lang="en-US" sz="2100" smtClean="0"/>
              <a:t>Thus the height of an AVL tree is O(log n)</a:t>
            </a:r>
          </a:p>
          <a:p>
            <a:pPr>
              <a:lnSpc>
                <a:spcPct val="90000"/>
              </a:lnSpc>
            </a:pPr>
            <a:endParaRPr lang="en-US" sz="2100" smtClean="0"/>
          </a:p>
        </p:txBody>
      </p:sp>
      <p:grpSp>
        <p:nvGrpSpPr>
          <p:cNvPr id="43012" name="Group 4"/>
          <p:cNvGrpSpPr>
            <a:grpSpLocks/>
          </p:cNvGrpSpPr>
          <p:nvPr/>
        </p:nvGrpSpPr>
        <p:grpSpPr bwMode="auto">
          <a:xfrm>
            <a:off x="6629400" y="76200"/>
            <a:ext cx="2360613" cy="1371600"/>
            <a:chOff x="3984" y="144"/>
            <a:chExt cx="1487" cy="864"/>
          </a:xfrm>
        </p:grpSpPr>
        <p:sp>
          <p:nvSpPr>
            <p:cNvPr id="43013" name="Oval 5"/>
            <p:cNvSpPr>
              <a:spLocks noChangeArrowheads="1"/>
            </p:cNvSpPr>
            <p:nvPr/>
          </p:nvSpPr>
          <p:spPr bwMode="auto">
            <a:xfrm>
              <a:off x="4545" y="254"/>
              <a:ext cx="156" cy="164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2"/>
              </a:solidFill>
              <a:round/>
              <a:headEnd/>
              <a:tailEnd/>
            </a:ln>
          </p:spPr>
          <p:txBody>
            <a:bodyPr wrap="none" lIns="0" tIns="0" rIns="0" anchor="ctr" anchorCtr="1"/>
            <a:lstStyle/>
            <a:p>
              <a:r>
                <a:rPr lang="en-US" sz="1600">
                  <a:solidFill>
                    <a:schemeClr val="tx2"/>
                  </a:solidFill>
                  <a:latin typeface="Times New Roman" charset="0"/>
                  <a:sym typeface="Symbol" charset="2"/>
                </a:rPr>
                <a:t>3</a:t>
              </a:r>
            </a:p>
          </p:txBody>
        </p:sp>
        <p:sp>
          <p:nvSpPr>
            <p:cNvPr id="43014" name="Rectangle 6"/>
            <p:cNvSpPr>
              <a:spLocks noChangeAspect="1" noChangeArrowheads="1"/>
            </p:cNvSpPr>
            <p:nvPr/>
          </p:nvSpPr>
          <p:spPr bwMode="auto">
            <a:xfrm>
              <a:off x="4368" y="549"/>
              <a:ext cx="112" cy="118"/>
            </a:xfrm>
            <a:prstGeom prst="rect">
              <a:avLst/>
            </a:prstGeom>
            <a:solidFill>
              <a:schemeClr val="folHlink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sz="1600"/>
            </a:p>
          </p:txBody>
        </p:sp>
        <p:cxnSp>
          <p:nvCxnSpPr>
            <p:cNvPr id="43015" name="AutoShape 7"/>
            <p:cNvCxnSpPr>
              <a:cxnSpLocks noChangeShapeType="1"/>
              <a:stCxn id="43014" idx="0"/>
              <a:endCxn id="43013" idx="3"/>
            </p:cNvCxnSpPr>
            <p:nvPr/>
          </p:nvCxnSpPr>
          <p:spPr bwMode="auto">
            <a:xfrm flipV="1">
              <a:off x="4424" y="399"/>
              <a:ext cx="145" cy="14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</p:cxnSp>
        <p:sp>
          <p:nvSpPr>
            <p:cNvPr id="43016" name="Oval 8"/>
            <p:cNvSpPr>
              <a:spLocks noChangeArrowheads="1"/>
            </p:cNvSpPr>
            <p:nvPr/>
          </p:nvSpPr>
          <p:spPr bwMode="auto">
            <a:xfrm>
              <a:off x="4749" y="547"/>
              <a:ext cx="155" cy="164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2"/>
              </a:solidFill>
              <a:round/>
              <a:headEnd/>
              <a:tailEnd/>
            </a:ln>
          </p:spPr>
          <p:txBody>
            <a:bodyPr wrap="none" lIns="0" tIns="0" rIns="0" anchor="ctr" anchorCtr="1"/>
            <a:lstStyle/>
            <a:p>
              <a:r>
                <a:rPr lang="en-US" sz="1600">
                  <a:solidFill>
                    <a:schemeClr val="tx2"/>
                  </a:solidFill>
                  <a:latin typeface="Times New Roman" charset="0"/>
                  <a:sym typeface="Symbol" charset="2"/>
                </a:rPr>
                <a:t>4</a:t>
              </a:r>
            </a:p>
          </p:txBody>
        </p:sp>
        <p:sp>
          <p:nvSpPr>
            <p:cNvPr id="43017" name="Rectangle 9"/>
            <p:cNvSpPr>
              <a:spLocks noChangeAspect="1" noChangeArrowheads="1"/>
            </p:cNvSpPr>
            <p:nvPr/>
          </p:nvSpPr>
          <p:spPr bwMode="auto">
            <a:xfrm>
              <a:off x="4628" y="842"/>
              <a:ext cx="112" cy="118"/>
            </a:xfrm>
            <a:prstGeom prst="rect">
              <a:avLst/>
            </a:prstGeom>
            <a:solidFill>
              <a:schemeClr val="folHlink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sz="1600"/>
            </a:p>
          </p:txBody>
        </p:sp>
        <p:sp>
          <p:nvSpPr>
            <p:cNvPr id="43018" name="Rectangle 10"/>
            <p:cNvSpPr>
              <a:spLocks noChangeAspect="1" noChangeArrowheads="1"/>
            </p:cNvSpPr>
            <p:nvPr/>
          </p:nvSpPr>
          <p:spPr bwMode="auto">
            <a:xfrm>
              <a:off x="4942" y="842"/>
              <a:ext cx="112" cy="118"/>
            </a:xfrm>
            <a:prstGeom prst="rect">
              <a:avLst/>
            </a:prstGeom>
            <a:solidFill>
              <a:schemeClr val="folHlink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sz="1600"/>
            </a:p>
          </p:txBody>
        </p:sp>
        <p:cxnSp>
          <p:nvCxnSpPr>
            <p:cNvPr id="43019" name="AutoShape 11"/>
            <p:cNvCxnSpPr>
              <a:cxnSpLocks noChangeShapeType="1"/>
              <a:stCxn id="43018" idx="0"/>
              <a:endCxn id="43016" idx="5"/>
            </p:cNvCxnSpPr>
            <p:nvPr/>
          </p:nvCxnSpPr>
          <p:spPr bwMode="auto">
            <a:xfrm flipH="1" flipV="1">
              <a:off x="4882" y="692"/>
              <a:ext cx="116" cy="14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43020" name="AutoShape 12"/>
            <p:cNvCxnSpPr>
              <a:cxnSpLocks noChangeShapeType="1"/>
              <a:stCxn id="43017" idx="0"/>
              <a:endCxn id="43016" idx="3"/>
            </p:cNvCxnSpPr>
            <p:nvPr/>
          </p:nvCxnSpPr>
          <p:spPr bwMode="auto">
            <a:xfrm flipV="1">
              <a:off x="4684" y="692"/>
              <a:ext cx="87" cy="14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43021" name="AutoShape 13"/>
            <p:cNvCxnSpPr>
              <a:cxnSpLocks noChangeShapeType="1"/>
              <a:stCxn id="43016" idx="0"/>
              <a:endCxn id="43013" idx="5"/>
            </p:cNvCxnSpPr>
            <p:nvPr/>
          </p:nvCxnSpPr>
          <p:spPr bwMode="auto">
            <a:xfrm flipH="1" flipV="1">
              <a:off x="4678" y="399"/>
              <a:ext cx="149" cy="143"/>
            </a:xfrm>
            <a:prstGeom prst="straightConnector1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/>
            </a:ln>
          </p:spPr>
        </p:cxnSp>
        <p:sp>
          <p:nvSpPr>
            <p:cNvPr id="43022" name="Text Box 14"/>
            <p:cNvSpPr txBox="1">
              <a:spLocks noChangeArrowheads="1"/>
            </p:cNvSpPr>
            <p:nvPr/>
          </p:nvSpPr>
          <p:spPr bwMode="auto">
            <a:xfrm>
              <a:off x="4944" y="480"/>
              <a:ext cx="527" cy="212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600" b="1">
                  <a:solidFill>
                    <a:schemeClr val="tx2"/>
                  </a:solidFill>
                </a:rPr>
                <a:t>n(1)</a:t>
              </a:r>
              <a:endParaRPr lang="en-US" sz="1600" b="1" i="1">
                <a:solidFill>
                  <a:schemeClr val="tx2"/>
                </a:solidFill>
              </a:endParaRPr>
            </a:p>
          </p:txBody>
        </p:sp>
        <p:sp>
          <p:nvSpPr>
            <p:cNvPr id="43023" name="Text Box 15"/>
            <p:cNvSpPr txBox="1">
              <a:spLocks noChangeArrowheads="1"/>
            </p:cNvSpPr>
            <p:nvPr/>
          </p:nvSpPr>
          <p:spPr bwMode="auto">
            <a:xfrm>
              <a:off x="4033" y="192"/>
              <a:ext cx="527" cy="212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600" b="1"/>
                <a:t>n(2)</a:t>
              </a:r>
              <a:endParaRPr lang="en-US" sz="1600" b="1" i="1"/>
            </a:p>
          </p:txBody>
        </p:sp>
        <p:sp>
          <p:nvSpPr>
            <p:cNvPr id="43024" name="AutoShape 16"/>
            <p:cNvSpPr>
              <a:spLocks noChangeArrowheads="1"/>
            </p:cNvSpPr>
            <p:nvPr/>
          </p:nvSpPr>
          <p:spPr bwMode="auto">
            <a:xfrm>
              <a:off x="4416" y="432"/>
              <a:ext cx="768" cy="528"/>
            </a:xfrm>
            <a:prstGeom prst="triangle">
              <a:avLst>
                <a:gd name="adj" fmla="val 50000"/>
              </a:avLst>
            </a:prstGeom>
            <a:noFill/>
            <a:ln w="38100">
              <a:solidFill>
                <a:schemeClr val="tx2"/>
              </a:solidFill>
              <a:prstDash val="dash"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3025" name="AutoShape 17"/>
            <p:cNvSpPr>
              <a:spLocks noChangeArrowheads="1"/>
            </p:cNvSpPr>
            <p:nvPr/>
          </p:nvSpPr>
          <p:spPr bwMode="auto">
            <a:xfrm>
              <a:off x="3984" y="144"/>
              <a:ext cx="1296" cy="864"/>
            </a:xfrm>
            <a:prstGeom prst="triangle">
              <a:avLst>
                <a:gd name="adj" fmla="val 50000"/>
              </a:avLst>
            </a:prstGeom>
            <a:noFill/>
            <a:ln w="38100">
              <a:solidFill>
                <a:schemeClr val="tx1"/>
              </a:solidFill>
              <a:prstDash val="dash"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Insertion in an AVL Tree</a:t>
            </a:r>
          </a:p>
        </p:txBody>
      </p:sp>
      <p:sp>
        <p:nvSpPr>
          <p:cNvPr id="44035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685800" y="1523999"/>
            <a:ext cx="7848600" cy="1648619"/>
          </a:xfrm>
        </p:spPr>
        <p:txBody>
          <a:bodyPr/>
          <a:lstStyle/>
          <a:p>
            <a:pPr>
              <a:lnSpc>
                <a:spcPct val="80000"/>
              </a:lnSpc>
              <a:buClrTx/>
              <a:buFont typeface="Times" charset="0"/>
              <a:buChar char="•"/>
            </a:pPr>
            <a:r>
              <a:rPr lang="en-US" sz="2000" dirty="0" smtClean="0"/>
              <a:t>Insertion is as in a binary search tree</a:t>
            </a:r>
          </a:p>
          <a:p>
            <a:pPr>
              <a:lnSpc>
                <a:spcPct val="80000"/>
              </a:lnSpc>
              <a:buClrTx/>
              <a:buFont typeface="Times" charset="0"/>
              <a:buChar char="•"/>
            </a:pPr>
            <a:r>
              <a:rPr lang="en-US" sz="2000" dirty="0" smtClean="0"/>
              <a:t>Always done by expanding an external node.</a:t>
            </a:r>
          </a:p>
          <a:p>
            <a:pPr>
              <a:lnSpc>
                <a:spcPct val="80000"/>
              </a:lnSpc>
              <a:buClrTx/>
              <a:buFont typeface="Times" charset="0"/>
              <a:buChar char="•"/>
            </a:pPr>
            <a:r>
              <a:rPr lang="en-US" sz="2000" dirty="0" smtClean="0"/>
              <a:t>Example: 54</a:t>
            </a:r>
          </a:p>
          <a:p>
            <a:pPr>
              <a:lnSpc>
                <a:spcPct val="80000"/>
              </a:lnSpc>
              <a:buClrTx/>
              <a:buFont typeface="Times" charset="0"/>
              <a:buChar char="•"/>
            </a:pPr>
            <a:r>
              <a:rPr lang="en-US" sz="2000" dirty="0" smtClean="0"/>
              <a:t>After insertion, heights of 78 and 44</a:t>
            </a:r>
          </a:p>
          <a:p>
            <a:pPr marL="0" indent="0">
              <a:lnSpc>
                <a:spcPct val="80000"/>
              </a:lnSpc>
              <a:buClrTx/>
              <a:buNone/>
            </a:pPr>
            <a:r>
              <a:rPr lang="en-US" sz="2000" dirty="0"/>
              <a:t> </a:t>
            </a:r>
            <a:r>
              <a:rPr lang="en-US" sz="2000" dirty="0" smtClean="0"/>
              <a:t>   </a:t>
            </a:r>
            <a:r>
              <a:rPr lang="en-US" sz="2000" smtClean="0"/>
              <a:t>are imbalanced</a:t>
            </a:r>
            <a:endParaRPr lang="en-US" sz="2000" dirty="0" smtClean="0"/>
          </a:p>
        </p:txBody>
      </p:sp>
      <p:sp>
        <p:nvSpPr>
          <p:cNvPr id="44036" name="Text Box 67"/>
          <p:cNvSpPr txBox="1">
            <a:spLocks noChangeArrowheads="1"/>
          </p:cNvSpPr>
          <p:nvPr/>
        </p:nvSpPr>
        <p:spPr bwMode="auto">
          <a:xfrm>
            <a:off x="6629400" y="2663825"/>
            <a:ext cx="2514600" cy="825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600">
                <a:latin typeface="Times New Roman" charset="0"/>
              </a:rPr>
              <a:t>case 2: double rotation</a:t>
            </a:r>
          </a:p>
          <a:p>
            <a:r>
              <a:rPr lang="en-US" sz="1600">
                <a:latin typeface="Times New Roman" charset="0"/>
              </a:rPr>
              <a:t>(a right rotation about </a:t>
            </a:r>
            <a:r>
              <a:rPr lang="en-US" sz="1600" i="1">
                <a:latin typeface="Times New Roman" charset="0"/>
              </a:rPr>
              <a:t>c</a:t>
            </a:r>
            <a:r>
              <a:rPr lang="en-US" sz="1600">
                <a:latin typeface="Times New Roman" charset="0"/>
              </a:rPr>
              <a:t>, then a left rotation about </a:t>
            </a:r>
            <a:r>
              <a:rPr lang="en-US" sz="1600" i="1">
                <a:latin typeface="Times New Roman" charset="0"/>
              </a:rPr>
              <a:t>a</a:t>
            </a:r>
            <a:r>
              <a:rPr lang="en-US" sz="1600">
                <a:latin typeface="Times New Roman" charset="0"/>
              </a:rPr>
              <a:t>)</a:t>
            </a:r>
          </a:p>
        </p:txBody>
      </p:sp>
      <p:sp>
        <p:nvSpPr>
          <p:cNvPr id="44037" name="Text Box 68"/>
          <p:cNvSpPr txBox="1">
            <a:spLocks noChangeArrowheads="1"/>
          </p:cNvSpPr>
          <p:nvPr/>
        </p:nvSpPr>
        <p:spPr bwMode="auto">
          <a:xfrm>
            <a:off x="2514600" y="2438400"/>
            <a:ext cx="190500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800">
                <a:latin typeface="Times New Roman" charset="0"/>
              </a:rPr>
              <a:t>(other two cases are symmetrical)</a:t>
            </a:r>
          </a:p>
        </p:txBody>
      </p:sp>
      <p:grpSp>
        <p:nvGrpSpPr>
          <p:cNvPr id="44038" name="Group 4"/>
          <p:cNvGrpSpPr>
            <a:grpSpLocks/>
          </p:cNvGrpSpPr>
          <p:nvPr/>
        </p:nvGrpSpPr>
        <p:grpSpPr bwMode="auto">
          <a:xfrm>
            <a:off x="5181600" y="2355850"/>
            <a:ext cx="2786063" cy="3551238"/>
            <a:chOff x="3696" y="1196"/>
            <a:chExt cx="1755" cy="2237"/>
          </a:xfrm>
        </p:grpSpPr>
        <p:sp>
          <p:nvSpPr>
            <p:cNvPr id="44081" name="Oval 5"/>
            <p:cNvSpPr>
              <a:spLocks noChangeArrowheads="1"/>
            </p:cNvSpPr>
            <p:nvPr/>
          </p:nvSpPr>
          <p:spPr bwMode="auto">
            <a:xfrm>
              <a:off x="4252" y="1196"/>
              <a:ext cx="323" cy="261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r>
                <a:rPr lang="en-US" sz="1400" dirty="0">
                  <a:solidFill>
                    <a:srgbClr val="000000"/>
                  </a:solidFill>
                  <a:latin typeface="Times New Roman" charset="0"/>
                </a:rPr>
                <a:t>44</a:t>
              </a:r>
            </a:p>
          </p:txBody>
        </p:sp>
        <p:sp>
          <p:nvSpPr>
            <p:cNvPr id="44082" name="Oval 6"/>
            <p:cNvSpPr>
              <a:spLocks noChangeArrowheads="1"/>
            </p:cNvSpPr>
            <p:nvPr/>
          </p:nvSpPr>
          <p:spPr bwMode="auto">
            <a:xfrm>
              <a:off x="3748" y="1580"/>
              <a:ext cx="323" cy="261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r>
                <a:rPr lang="en-US" sz="1400">
                  <a:solidFill>
                    <a:srgbClr val="000000"/>
                  </a:solidFill>
                  <a:latin typeface="Times New Roman" charset="0"/>
                </a:rPr>
                <a:t>17</a:t>
              </a:r>
            </a:p>
          </p:txBody>
        </p:sp>
        <p:sp>
          <p:nvSpPr>
            <p:cNvPr id="44083" name="Oval 7"/>
            <p:cNvSpPr>
              <a:spLocks noChangeArrowheads="1"/>
            </p:cNvSpPr>
            <p:nvPr/>
          </p:nvSpPr>
          <p:spPr bwMode="auto">
            <a:xfrm>
              <a:off x="4792" y="1580"/>
              <a:ext cx="323" cy="261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r>
                <a:rPr lang="en-US" sz="1400">
                  <a:solidFill>
                    <a:srgbClr val="000000"/>
                  </a:solidFill>
                  <a:latin typeface="Times New Roman" charset="0"/>
                </a:rPr>
                <a:t>78</a:t>
              </a:r>
            </a:p>
          </p:txBody>
        </p:sp>
        <p:sp>
          <p:nvSpPr>
            <p:cNvPr id="44084" name="Oval 8"/>
            <p:cNvSpPr>
              <a:spLocks noChangeArrowheads="1"/>
            </p:cNvSpPr>
            <p:nvPr/>
          </p:nvSpPr>
          <p:spPr bwMode="auto">
            <a:xfrm>
              <a:off x="3880" y="2012"/>
              <a:ext cx="323" cy="261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r>
                <a:rPr lang="en-US" sz="1400">
                  <a:solidFill>
                    <a:srgbClr val="000000"/>
                  </a:solidFill>
                  <a:latin typeface="Times New Roman" charset="0"/>
                </a:rPr>
                <a:t>32</a:t>
              </a:r>
            </a:p>
          </p:txBody>
        </p:sp>
        <p:sp>
          <p:nvSpPr>
            <p:cNvPr id="44085" name="Oval 9"/>
            <p:cNvSpPr>
              <a:spLocks noChangeArrowheads="1"/>
            </p:cNvSpPr>
            <p:nvPr/>
          </p:nvSpPr>
          <p:spPr bwMode="auto">
            <a:xfrm>
              <a:off x="4492" y="2012"/>
              <a:ext cx="323" cy="261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r>
                <a:rPr lang="en-US" sz="1400">
                  <a:solidFill>
                    <a:srgbClr val="000000"/>
                  </a:solidFill>
                  <a:latin typeface="Times New Roman" charset="0"/>
                </a:rPr>
                <a:t>50</a:t>
              </a:r>
            </a:p>
          </p:txBody>
        </p:sp>
        <p:sp>
          <p:nvSpPr>
            <p:cNvPr id="44086" name="Oval 10"/>
            <p:cNvSpPr>
              <a:spLocks noChangeArrowheads="1"/>
            </p:cNvSpPr>
            <p:nvPr/>
          </p:nvSpPr>
          <p:spPr bwMode="auto">
            <a:xfrm>
              <a:off x="5128" y="2012"/>
              <a:ext cx="323" cy="261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r>
                <a:rPr lang="en-US" sz="1400">
                  <a:solidFill>
                    <a:srgbClr val="000000"/>
                  </a:solidFill>
                  <a:latin typeface="Times New Roman" charset="0"/>
                </a:rPr>
                <a:t>88</a:t>
              </a:r>
            </a:p>
          </p:txBody>
        </p:sp>
        <p:sp>
          <p:nvSpPr>
            <p:cNvPr id="44087" name="Oval 11"/>
            <p:cNvSpPr>
              <a:spLocks noChangeArrowheads="1"/>
            </p:cNvSpPr>
            <p:nvPr/>
          </p:nvSpPr>
          <p:spPr bwMode="auto">
            <a:xfrm>
              <a:off x="4270" y="2444"/>
              <a:ext cx="323" cy="261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r>
                <a:rPr lang="en-US" sz="1400">
                  <a:solidFill>
                    <a:srgbClr val="000000"/>
                  </a:solidFill>
                  <a:latin typeface="Times New Roman" charset="0"/>
                </a:rPr>
                <a:t>48</a:t>
              </a:r>
            </a:p>
          </p:txBody>
        </p:sp>
        <p:sp>
          <p:nvSpPr>
            <p:cNvPr id="44088" name="Oval 12"/>
            <p:cNvSpPr>
              <a:spLocks noChangeArrowheads="1"/>
            </p:cNvSpPr>
            <p:nvPr/>
          </p:nvSpPr>
          <p:spPr bwMode="auto">
            <a:xfrm>
              <a:off x="4744" y="2444"/>
              <a:ext cx="323" cy="261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r>
                <a:rPr lang="en-US" sz="1400">
                  <a:solidFill>
                    <a:srgbClr val="000000"/>
                  </a:solidFill>
                  <a:latin typeface="Times New Roman" charset="0"/>
                </a:rPr>
                <a:t>62</a:t>
              </a:r>
            </a:p>
          </p:txBody>
        </p:sp>
        <p:sp>
          <p:nvSpPr>
            <p:cNvPr id="44089" name="Rectangle 13"/>
            <p:cNvSpPr>
              <a:spLocks noChangeArrowheads="1"/>
            </p:cNvSpPr>
            <p:nvPr/>
          </p:nvSpPr>
          <p:spPr bwMode="auto">
            <a:xfrm>
              <a:off x="3696" y="1904"/>
              <a:ext cx="116" cy="241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44090" name="Rectangle 14"/>
            <p:cNvSpPr>
              <a:spLocks noChangeArrowheads="1"/>
            </p:cNvSpPr>
            <p:nvPr/>
          </p:nvSpPr>
          <p:spPr bwMode="auto">
            <a:xfrm>
              <a:off x="3888" y="2336"/>
              <a:ext cx="116" cy="241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44091" name="Rectangle 15"/>
            <p:cNvSpPr>
              <a:spLocks noChangeArrowheads="1"/>
            </p:cNvSpPr>
            <p:nvPr/>
          </p:nvSpPr>
          <p:spPr bwMode="auto">
            <a:xfrm>
              <a:off x="4080" y="2336"/>
              <a:ext cx="116" cy="241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44092" name="Rectangle 16"/>
            <p:cNvSpPr>
              <a:spLocks noChangeArrowheads="1"/>
            </p:cNvSpPr>
            <p:nvPr/>
          </p:nvSpPr>
          <p:spPr bwMode="auto">
            <a:xfrm>
              <a:off x="4272" y="2768"/>
              <a:ext cx="116" cy="241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44093" name="Rectangle 17"/>
            <p:cNvSpPr>
              <a:spLocks noChangeArrowheads="1"/>
            </p:cNvSpPr>
            <p:nvPr/>
          </p:nvSpPr>
          <p:spPr bwMode="auto">
            <a:xfrm>
              <a:off x="4464" y="2768"/>
              <a:ext cx="116" cy="241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44094" name="Rectangle 18"/>
            <p:cNvSpPr>
              <a:spLocks noChangeArrowheads="1"/>
            </p:cNvSpPr>
            <p:nvPr/>
          </p:nvSpPr>
          <p:spPr bwMode="auto">
            <a:xfrm>
              <a:off x="4944" y="2768"/>
              <a:ext cx="116" cy="241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44095" name="Rectangle 19"/>
            <p:cNvSpPr>
              <a:spLocks noChangeArrowheads="1"/>
            </p:cNvSpPr>
            <p:nvPr/>
          </p:nvSpPr>
          <p:spPr bwMode="auto">
            <a:xfrm>
              <a:off x="5136" y="2336"/>
              <a:ext cx="116" cy="241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44096" name="Rectangle 20"/>
            <p:cNvSpPr>
              <a:spLocks noChangeArrowheads="1"/>
            </p:cNvSpPr>
            <p:nvPr/>
          </p:nvSpPr>
          <p:spPr bwMode="auto">
            <a:xfrm>
              <a:off x="5328" y="2336"/>
              <a:ext cx="116" cy="241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  <p:cxnSp>
          <p:nvCxnSpPr>
            <p:cNvPr id="44097" name="AutoShape 21"/>
            <p:cNvCxnSpPr>
              <a:cxnSpLocks noChangeShapeType="1"/>
              <a:stCxn id="44081" idx="4"/>
              <a:endCxn id="44082" idx="0"/>
            </p:cNvCxnSpPr>
            <p:nvPr/>
          </p:nvCxnSpPr>
          <p:spPr bwMode="auto">
            <a:xfrm rot="5400000">
              <a:off x="4100" y="1267"/>
              <a:ext cx="123" cy="504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</p:cxnSp>
        <p:cxnSp>
          <p:nvCxnSpPr>
            <p:cNvPr id="44098" name="AutoShape 22"/>
            <p:cNvCxnSpPr>
              <a:cxnSpLocks noChangeShapeType="1"/>
              <a:stCxn id="44082" idx="4"/>
              <a:endCxn id="44089" idx="0"/>
            </p:cNvCxnSpPr>
            <p:nvPr/>
          </p:nvCxnSpPr>
          <p:spPr bwMode="auto">
            <a:xfrm rot="5400000">
              <a:off x="3801" y="1795"/>
              <a:ext cx="62" cy="155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</p:cxnSp>
        <p:cxnSp>
          <p:nvCxnSpPr>
            <p:cNvPr id="44099" name="AutoShape 23"/>
            <p:cNvCxnSpPr>
              <a:cxnSpLocks noChangeShapeType="1"/>
              <a:stCxn id="44082" idx="4"/>
              <a:endCxn id="44084" idx="0"/>
            </p:cNvCxnSpPr>
            <p:nvPr/>
          </p:nvCxnSpPr>
          <p:spPr bwMode="auto">
            <a:xfrm rot="16200000" flipH="1">
              <a:off x="3890" y="1861"/>
              <a:ext cx="171" cy="132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</p:cxnSp>
        <p:cxnSp>
          <p:nvCxnSpPr>
            <p:cNvPr id="44100" name="AutoShape 24"/>
            <p:cNvCxnSpPr>
              <a:cxnSpLocks noChangeShapeType="1"/>
              <a:stCxn id="44081" idx="4"/>
              <a:endCxn id="44083" idx="0"/>
            </p:cNvCxnSpPr>
            <p:nvPr/>
          </p:nvCxnSpPr>
          <p:spPr bwMode="auto">
            <a:xfrm rot="16200000" flipH="1">
              <a:off x="4622" y="1249"/>
              <a:ext cx="123" cy="54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</p:cxnSp>
        <p:cxnSp>
          <p:nvCxnSpPr>
            <p:cNvPr id="44101" name="AutoShape 25"/>
            <p:cNvCxnSpPr>
              <a:cxnSpLocks noChangeShapeType="1"/>
              <a:stCxn id="44083" idx="4"/>
              <a:endCxn id="44085" idx="0"/>
            </p:cNvCxnSpPr>
            <p:nvPr/>
          </p:nvCxnSpPr>
          <p:spPr bwMode="auto">
            <a:xfrm rot="5400000">
              <a:off x="4718" y="1777"/>
              <a:ext cx="171" cy="30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</p:cxnSp>
        <p:cxnSp>
          <p:nvCxnSpPr>
            <p:cNvPr id="44102" name="AutoShape 26"/>
            <p:cNvCxnSpPr>
              <a:cxnSpLocks noChangeShapeType="1"/>
              <a:stCxn id="44083" idx="4"/>
              <a:endCxn id="44086" idx="0"/>
            </p:cNvCxnSpPr>
            <p:nvPr/>
          </p:nvCxnSpPr>
          <p:spPr bwMode="auto">
            <a:xfrm rot="16200000" flipH="1">
              <a:off x="5036" y="1759"/>
              <a:ext cx="171" cy="336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</p:cxnSp>
        <p:cxnSp>
          <p:nvCxnSpPr>
            <p:cNvPr id="44103" name="AutoShape 27"/>
            <p:cNvCxnSpPr>
              <a:cxnSpLocks noChangeShapeType="1"/>
              <a:stCxn id="44085" idx="4"/>
              <a:endCxn id="44087" idx="0"/>
            </p:cNvCxnSpPr>
            <p:nvPr/>
          </p:nvCxnSpPr>
          <p:spPr bwMode="auto">
            <a:xfrm rot="5400000">
              <a:off x="4457" y="2248"/>
              <a:ext cx="171" cy="222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</p:cxnSp>
        <p:cxnSp>
          <p:nvCxnSpPr>
            <p:cNvPr id="44104" name="AutoShape 28"/>
            <p:cNvCxnSpPr>
              <a:cxnSpLocks noChangeShapeType="1"/>
              <a:stCxn id="44084" idx="4"/>
              <a:endCxn id="44090" idx="0"/>
            </p:cNvCxnSpPr>
            <p:nvPr/>
          </p:nvCxnSpPr>
          <p:spPr bwMode="auto">
            <a:xfrm rot="5400000">
              <a:off x="3963" y="2257"/>
              <a:ext cx="62" cy="95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</p:cxnSp>
        <p:cxnSp>
          <p:nvCxnSpPr>
            <p:cNvPr id="44105" name="AutoShape 29"/>
            <p:cNvCxnSpPr>
              <a:cxnSpLocks noChangeShapeType="1"/>
              <a:stCxn id="44084" idx="4"/>
              <a:endCxn id="44091" idx="0"/>
            </p:cNvCxnSpPr>
            <p:nvPr/>
          </p:nvCxnSpPr>
          <p:spPr bwMode="auto">
            <a:xfrm rot="16200000" flipH="1">
              <a:off x="4059" y="2256"/>
              <a:ext cx="62" cy="97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</p:cxnSp>
        <p:cxnSp>
          <p:nvCxnSpPr>
            <p:cNvPr id="44106" name="AutoShape 30"/>
            <p:cNvCxnSpPr>
              <a:cxnSpLocks noChangeShapeType="1"/>
              <a:stCxn id="44087" idx="4"/>
              <a:endCxn id="44092" idx="0"/>
            </p:cNvCxnSpPr>
            <p:nvPr/>
          </p:nvCxnSpPr>
          <p:spPr bwMode="auto">
            <a:xfrm rot="5400000">
              <a:off x="4350" y="2686"/>
              <a:ext cx="62" cy="10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</p:cxnSp>
        <p:cxnSp>
          <p:nvCxnSpPr>
            <p:cNvPr id="44107" name="AutoShape 31"/>
            <p:cNvCxnSpPr>
              <a:cxnSpLocks noChangeShapeType="1"/>
              <a:stCxn id="44087" idx="4"/>
              <a:endCxn id="44093" idx="0"/>
            </p:cNvCxnSpPr>
            <p:nvPr/>
          </p:nvCxnSpPr>
          <p:spPr bwMode="auto">
            <a:xfrm rot="16200000" flipH="1">
              <a:off x="4446" y="2691"/>
              <a:ext cx="62" cy="9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</p:cxnSp>
        <p:cxnSp>
          <p:nvCxnSpPr>
            <p:cNvPr id="44108" name="AutoShape 32"/>
            <p:cNvCxnSpPr>
              <a:cxnSpLocks noChangeShapeType="1"/>
              <a:stCxn id="44088" idx="4"/>
              <a:endCxn id="44113" idx="0"/>
            </p:cNvCxnSpPr>
            <p:nvPr/>
          </p:nvCxnSpPr>
          <p:spPr bwMode="auto">
            <a:xfrm rot="5400000">
              <a:off x="4760" y="2723"/>
              <a:ext cx="163" cy="128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</p:cxnSp>
        <p:cxnSp>
          <p:nvCxnSpPr>
            <p:cNvPr id="44109" name="AutoShape 33"/>
            <p:cNvCxnSpPr>
              <a:cxnSpLocks noChangeShapeType="1"/>
              <a:stCxn id="44088" idx="4"/>
              <a:endCxn id="44094" idx="0"/>
            </p:cNvCxnSpPr>
            <p:nvPr/>
          </p:nvCxnSpPr>
          <p:spPr bwMode="auto">
            <a:xfrm rot="16200000" flipH="1">
              <a:off x="4923" y="2688"/>
              <a:ext cx="62" cy="97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</p:cxnSp>
        <p:cxnSp>
          <p:nvCxnSpPr>
            <p:cNvPr id="44110" name="AutoShape 34"/>
            <p:cNvCxnSpPr>
              <a:cxnSpLocks noChangeShapeType="1"/>
              <a:stCxn id="44085" idx="4"/>
              <a:endCxn id="44088" idx="0"/>
            </p:cNvCxnSpPr>
            <p:nvPr/>
          </p:nvCxnSpPr>
          <p:spPr bwMode="auto">
            <a:xfrm rot="16200000" flipH="1">
              <a:off x="4694" y="2233"/>
              <a:ext cx="171" cy="252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</p:cxnSp>
        <p:cxnSp>
          <p:nvCxnSpPr>
            <p:cNvPr id="44111" name="AutoShape 35"/>
            <p:cNvCxnSpPr>
              <a:cxnSpLocks noChangeShapeType="1"/>
              <a:stCxn id="44086" idx="4"/>
              <a:endCxn id="44095" idx="0"/>
            </p:cNvCxnSpPr>
            <p:nvPr/>
          </p:nvCxnSpPr>
          <p:spPr bwMode="auto">
            <a:xfrm rot="5400000">
              <a:off x="5211" y="2257"/>
              <a:ext cx="62" cy="95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</p:cxnSp>
        <p:cxnSp>
          <p:nvCxnSpPr>
            <p:cNvPr id="44112" name="AutoShape 36"/>
            <p:cNvCxnSpPr>
              <a:cxnSpLocks noChangeShapeType="1"/>
              <a:stCxn id="44086" idx="4"/>
              <a:endCxn id="44096" idx="0"/>
            </p:cNvCxnSpPr>
            <p:nvPr/>
          </p:nvCxnSpPr>
          <p:spPr bwMode="auto">
            <a:xfrm rot="16200000" flipH="1">
              <a:off x="5307" y="2256"/>
              <a:ext cx="62" cy="97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</p:cxnSp>
        <p:sp>
          <p:nvSpPr>
            <p:cNvPr id="44113" name="Oval 37"/>
            <p:cNvSpPr>
              <a:spLocks noChangeArrowheads="1"/>
            </p:cNvSpPr>
            <p:nvPr/>
          </p:nvSpPr>
          <p:spPr bwMode="auto">
            <a:xfrm>
              <a:off x="4616" y="2868"/>
              <a:ext cx="323" cy="261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r>
                <a:rPr lang="en-US" sz="1400">
                  <a:solidFill>
                    <a:srgbClr val="000000"/>
                  </a:solidFill>
                  <a:latin typeface="Times New Roman" charset="0"/>
                </a:rPr>
                <a:t>54</a:t>
              </a:r>
            </a:p>
          </p:txBody>
        </p:sp>
        <p:sp>
          <p:nvSpPr>
            <p:cNvPr id="44114" name="Rectangle 38"/>
            <p:cNvSpPr>
              <a:spLocks noChangeArrowheads="1"/>
            </p:cNvSpPr>
            <p:nvPr/>
          </p:nvSpPr>
          <p:spPr bwMode="auto">
            <a:xfrm>
              <a:off x="4618" y="3192"/>
              <a:ext cx="116" cy="241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44115" name="Rectangle 39"/>
            <p:cNvSpPr>
              <a:spLocks noChangeArrowheads="1"/>
            </p:cNvSpPr>
            <p:nvPr/>
          </p:nvSpPr>
          <p:spPr bwMode="auto">
            <a:xfrm>
              <a:off x="4810" y="3192"/>
              <a:ext cx="116" cy="241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  <p:cxnSp>
          <p:nvCxnSpPr>
            <p:cNvPr id="44116" name="AutoShape 40"/>
            <p:cNvCxnSpPr>
              <a:cxnSpLocks noChangeShapeType="1"/>
              <a:stCxn id="44113" idx="4"/>
              <a:endCxn id="44114" idx="0"/>
            </p:cNvCxnSpPr>
            <p:nvPr/>
          </p:nvCxnSpPr>
          <p:spPr bwMode="auto">
            <a:xfrm rot="5400000">
              <a:off x="4696" y="3110"/>
              <a:ext cx="62" cy="10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</p:cxnSp>
        <p:cxnSp>
          <p:nvCxnSpPr>
            <p:cNvPr id="44117" name="AutoShape 41"/>
            <p:cNvCxnSpPr>
              <a:cxnSpLocks noChangeShapeType="1"/>
              <a:stCxn id="44113" idx="4"/>
              <a:endCxn id="44115" idx="0"/>
            </p:cNvCxnSpPr>
            <p:nvPr/>
          </p:nvCxnSpPr>
          <p:spPr bwMode="auto">
            <a:xfrm rot="16200000" flipH="1">
              <a:off x="4792" y="3115"/>
              <a:ext cx="62" cy="9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</p:cxnSp>
      </p:grpSp>
      <p:grpSp>
        <p:nvGrpSpPr>
          <p:cNvPr id="44039" name="Group 50"/>
          <p:cNvGrpSpPr>
            <a:grpSpLocks/>
          </p:cNvGrpSpPr>
          <p:nvPr/>
        </p:nvGrpSpPr>
        <p:grpSpPr bwMode="auto">
          <a:xfrm>
            <a:off x="1970087" y="3615348"/>
            <a:ext cx="2786063" cy="2878138"/>
            <a:chOff x="3840" y="1878"/>
            <a:chExt cx="1755" cy="1813"/>
          </a:xfrm>
        </p:grpSpPr>
        <p:sp>
          <p:nvSpPr>
            <p:cNvPr id="44048" name="Oval 51"/>
            <p:cNvSpPr>
              <a:spLocks noChangeArrowheads="1"/>
            </p:cNvSpPr>
            <p:nvPr/>
          </p:nvSpPr>
          <p:spPr bwMode="auto">
            <a:xfrm>
              <a:off x="4396" y="1878"/>
              <a:ext cx="323" cy="261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r>
                <a:rPr lang="en-US" sz="1400">
                  <a:solidFill>
                    <a:srgbClr val="000000"/>
                  </a:solidFill>
                  <a:latin typeface="Times New Roman" charset="0"/>
                </a:rPr>
                <a:t>44</a:t>
              </a:r>
            </a:p>
          </p:txBody>
        </p:sp>
        <p:sp>
          <p:nvSpPr>
            <p:cNvPr id="44049" name="Oval 52"/>
            <p:cNvSpPr>
              <a:spLocks noChangeArrowheads="1"/>
            </p:cNvSpPr>
            <p:nvPr/>
          </p:nvSpPr>
          <p:spPr bwMode="auto">
            <a:xfrm>
              <a:off x="3892" y="2262"/>
              <a:ext cx="323" cy="261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r>
                <a:rPr lang="en-US" sz="1400">
                  <a:solidFill>
                    <a:srgbClr val="000000"/>
                  </a:solidFill>
                  <a:latin typeface="Times New Roman" charset="0"/>
                </a:rPr>
                <a:t>17</a:t>
              </a:r>
            </a:p>
          </p:txBody>
        </p:sp>
        <p:sp>
          <p:nvSpPr>
            <p:cNvPr id="44050" name="Oval 53"/>
            <p:cNvSpPr>
              <a:spLocks noChangeArrowheads="1"/>
            </p:cNvSpPr>
            <p:nvPr/>
          </p:nvSpPr>
          <p:spPr bwMode="auto">
            <a:xfrm>
              <a:off x="4936" y="2262"/>
              <a:ext cx="323" cy="261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r>
                <a:rPr lang="en-US" sz="1400">
                  <a:solidFill>
                    <a:srgbClr val="000000"/>
                  </a:solidFill>
                  <a:latin typeface="Times New Roman" charset="0"/>
                </a:rPr>
                <a:t>78</a:t>
              </a:r>
            </a:p>
          </p:txBody>
        </p:sp>
        <p:sp>
          <p:nvSpPr>
            <p:cNvPr id="44051" name="Oval 54"/>
            <p:cNvSpPr>
              <a:spLocks noChangeArrowheads="1"/>
            </p:cNvSpPr>
            <p:nvPr/>
          </p:nvSpPr>
          <p:spPr bwMode="auto">
            <a:xfrm>
              <a:off x="4024" y="2694"/>
              <a:ext cx="323" cy="261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r>
                <a:rPr lang="en-US" sz="1400">
                  <a:solidFill>
                    <a:srgbClr val="000000"/>
                  </a:solidFill>
                  <a:latin typeface="Times New Roman" charset="0"/>
                </a:rPr>
                <a:t>32</a:t>
              </a:r>
            </a:p>
          </p:txBody>
        </p:sp>
        <p:sp>
          <p:nvSpPr>
            <p:cNvPr id="44052" name="Oval 55"/>
            <p:cNvSpPr>
              <a:spLocks noChangeArrowheads="1"/>
            </p:cNvSpPr>
            <p:nvPr/>
          </p:nvSpPr>
          <p:spPr bwMode="auto">
            <a:xfrm>
              <a:off x="4636" y="2694"/>
              <a:ext cx="323" cy="261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r>
                <a:rPr lang="en-US" sz="1400">
                  <a:solidFill>
                    <a:srgbClr val="000000"/>
                  </a:solidFill>
                  <a:latin typeface="Times New Roman" charset="0"/>
                </a:rPr>
                <a:t>50</a:t>
              </a:r>
            </a:p>
          </p:txBody>
        </p:sp>
        <p:sp>
          <p:nvSpPr>
            <p:cNvPr id="44053" name="Oval 56"/>
            <p:cNvSpPr>
              <a:spLocks noChangeArrowheads="1"/>
            </p:cNvSpPr>
            <p:nvPr/>
          </p:nvSpPr>
          <p:spPr bwMode="auto">
            <a:xfrm>
              <a:off x="5272" y="2694"/>
              <a:ext cx="323" cy="261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r>
                <a:rPr lang="en-US" sz="1400">
                  <a:solidFill>
                    <a:srgbClr val="000000"/>
                  </a:solidFill>
                  <a:latin typeface="Times New Roman" charset="0"/>
                </a:rPr>
                <a:t>88</a:t>
              </a:r>
            </a:p>
          </p:txBody>
        </p:sp>
        <p:sp>
          <p:nvSpPr>
            <p:cNvPr id="44054" name="Oval 57"/>
            <p:cNvSpPr>
              <a:spLocks noChangeArrowheads="1"/>
            </p:cNvSpPr>
            <p:nvPr/>
          </p:nvSpPr>
          <p:spPr bwMode="auto">
            <a:xfrm>
              <a:off x="4414" y="3126"/>
              <a:ext cx="323" cy="261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r>
                <a:rPr lang="en-US" sz="1400" dirty="0">
                  <a:solidFill>
                    <a:srgbClr val="000000"/>
                  </a:solidFill>
                  <a:latin typeface="Times New Roman" charset="0"/>
                </a:rPr>
                <a:t>48</a:t>
              </a:r>
            </a:p>
          </p:txBody>
        </p:sp>
        <p:sp>
          <p:nvSpPr>
            <p:cNvPr id="44055" name="Oval 58"/>
            <p:cNvSpPr>
              <a:spLocks noChangeArrowheads="1"/>
            </p:cNvSpPr>
            <p:nvPr/>
          </p:nvSpPr>
          <p:spPr bwMode="auto">
            <a:xfrm>
              <a:off x="4888" y="3126"/>
              <a:ext cx="323" cy="261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r>
                <a:rPr lang="en-US" sz="1400">
                  <a:solidFill>
                    <a:srgbClr val="000000"/>
                  </a:solidFill>
                  <a:latin typeface="Times New Roman" charset="0"/>
                </a:rPr>
                <a:t>62</a:t>
              </a:r>
            </a:p>
          </p:txBody>
        </p:sp>
        <p:sp>
          <p:nvSpPr>
            <p:cNvPr id="44056" name="Rectangle 59"/>
            <p:cNvSpPr>
              <a:spLocks noChangeArrowheads="1"/>
            </p:cNvSpPr>
            <p:nvPr/>
          </p:nvSpPr>
          <p:spPr bwMode="auto">
            <a:xfrm>
              <a:off x="3840" y="2586"/>
              <a:ext cx="116" cy="241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44057" name="Rectangle 60"/>
            <p:cNvSpPr>
              <a:spLocks noChangeArrowheads="1"/>
            </p:cNvSpPr>
            <p:nvPr/>
          </p:nvSpPr>
          <p:spPr bwMode="auto">
            <a:xfrm>
              <a:off x="4032" y="3018"/>
              <a:ext cx="116" cy="241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44058" name="Rectangle 61"/>
            <p:cNvSpPr>
              <a:spLocks noChangeArrowheads="1"/>
            </p:cNvSpPr>
            <p:nvPr/>
          </p:nvSpPr>
          <p:spPr bwMode="auto">
            <a:xfrm>
              <a:off x="4224" y="3018"/>
              <a:ext cx="116" cy="241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44059" name="Rectangle 62"/>
            <p:cNvSpPr>
              <a:spLocks noChangeArrowheads="1"/>
            </p:cNvSpPr>
            <p:nvPr/>
          </p:nvSpPr>
          <p:spPr bwMode="auto">
            <a:xfrm>
              <a:off x="4416" y="3450"/>
              <a:ext cx="116" cy="241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44060" name="Rectangle 63"/>
            <p:cNvSpPr>
              <a:spLocks noChangeArrowheads="1"/>
            </p:cNvSpPr>
            <p:nvPr/>
          </p:nvSpPr>
          <p:spPr bwMode="auto">
            <a:xfrm>
              <a:off x="4608" y="3450"/>
              <a:ext cx="116" cy="241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44061" name="Rectangle 64"/>
            <p:cNvSpPr>
              <a:spLocks noChangeArrowheads="1"/>
            </p:cNvSpPr>
            <p:nvPr/>
          </p:nvSpPr>
          <p:spPr bwMode="auto">
            <a:xfrm>
              <a:off x="4896" y="3450"/>
              <a:ext cx="116" cy="241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44062" name="Rectangle 65"/>
            <p:cNvSpPr>
              <a:spLocks noChangeArrowheads="1"/>
            </p:cNvSpPr>
            <p:nvPr/>
          </p:nvSpPr>
          <p:spPr bwMode="auto">
            <a:xfrm>
              <a:off x="5088" y="3450"/>
              <a:ext cx="116" cy="241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44063" name="Rectangle 66"/>
            <p:cNvSpPr>
              <a:spLocks noChangeArrowheads="1"/>
            </p:cNvSpPr>
            <p:nvPr/>
          </p:nvSpPr>
          <p:spPr bwMode="auto">
            <a:xfrm>
              <a:off x="5280" y="3018"/>
              <a:ext cx="116" cy="241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44064" name="Rectangle 67"/>
            <p:cNvSpPr>
              <a:spLocks noChangeArrowheads="1"/>
            </p:cNvSpPr>
            <p:nvPr/>
          </p:nvSpPr>
          <p:spPr bwMode="auto">
            <a:xfrm>
              <a:off x="5472" y="3018"/>
              <a:ext cx="116" cy="241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  <p:cxnSp>
          <p:nvCxnSpPr>
            <p:cNvPr id="44065" name="AutoShape 68"/>
            <p:cNvCxnSpPr>
              <a:cxnSpLocks noChangeShapeType="1"/>
              <a:stCxn id="44048" idx="4"/>
              <a:endCxn id="44049" idx="0"/>
            </p:cNvCxnSpPr>
            <p:nvPr/>
          </p:nvCxnSpPr>
          <p:spPr bwMode="auto">
            <a:xfrm rot="5400000">
              <a:off x="4244" y="1949"/>
              <a:ext cx="123" cy="504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44066" name="AutoShape 69"/>
            <p:cNvCxnSpPr>
              <a:cxnSpLocks noChangeShapeType="1"/>
              <a:stCxn id="44049" idx="4"/>
              <a:endCxn id="44056" idx="0"/>
            </p:cNvCxnSpPr>
            <p:nvPr/>
          </p:nvCxnSpPr>
          <p:spPr bwMode="auto">
            <a:xfrm rot="5400000">
              <a:off x="3945" y="2477"/>
              <a:ext cx="62" cy="155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44067" name="AutoShape 70"/>
            <p:cNvCxnSpPr>
              <a:cxnSpLocks noChangeShapeType="1"/>
              <a:stCxn id="44049" idx="4"/>
              <a:endCxn id="44051" idx="0"/>
            </p:cNvCxnSpPr>
            <p:nvPr/>
          </p:nvCxnSpPr>
          <p:spPr bwMode="auto">
            <a:xfrm rot="16200000" flipH="1">
              <a:off x="4034" y="2543"/>
              <a:ext cx="171" cy="132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44068" name="AutoShape 71"/>
            <p:cNvCxnSpPr>
              <a:cxnSpLocks noChangeShapeType="1"/>
              <a:stCxn id="44048" idx="4"/>
              <a:endCxn id="44050" idx="0"/>
            </p:cNvCxnSpPr>
            <p:nvPr/>
          </p:nvCxnSpPr>
          <p:spPr bwMode="auto">
            <a:xfrm rot="16200000" flipH="1">
              <a:off x="4766" y="1931"/>
              <a:ext cx="123" cy="54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44069" name="AutoShape 72"/>
            <p:cNvCxnSpPr>
              <a:cxnSpLocks noChangeShapeType="1"/>
              <a:stCxn id="44050" idx="4"/>
              <a:endCxn id="44052" idx="0"/>
            </p:cNvCxnSpPr>
            <p:nvPr/>
          </p:nvCxnSpPr>
          <p:spPr bwMode="auto">
            <a:xfrm rot="5400000">
              <a:off x="4862" y="2459"/>
              <a:ext cx="171" cy="30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44070" name="AutoShape 73"/>
            <p:cNvCxnSpPr>
              <a:cxnSpLocks noChangeShapeType="1"/>
              <a:stCxn id="44050" idx="4"/>
              <a:endCxn id="44053" idx="0"/>
            </p:cNvCxnSpPr>
            <p:nvPr/>
          </p:nvCxnSpPr>
          <p:spPr bwMode="auto">
            <a:xfrm rot="16200000" flipH="1">
              <a:off x="5180" y="2441"/>
              <a:ext cx="171" cy="33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44071" name="AutoShape 74"/>
            <p:cNvCxnSpPr>
              <a:cxnSpLocks noChangeShapeType="1"/>
              <a:stCxn id="44052" idx="4"/>
              <a:endCxn id="44054" idx="0"/>
            </p:cNvCxnSpPr>
            <p:nvPr/>
          </p:nvCxnSpPr>
          <p:spPr bwMode="auto">
            <a:xfrm rot="5400000">
              <a:off x="4601" y="2930"/>
              <a:ext cx="171" cy="222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44072" name="AutoShape 75"/>
            <p:cNvCxnSpPr>
              <a:cxnSpLocks noChangeShapeType="1"/>
              <a:stCxn id="44051" idx="4"/>
              <a:endCxn id="44057" idx="0"/>
            </p:cNvCxnSpPr>
            <p:nvPr/>
          </p:nvCxnSpPr>
          <p:spPr bwMode="auto">
            <a:xfrm rot="5400000">
              <a:off x="4107" y="2939"/>
              <a:ext cx="62" cy="95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44073" name="AutoShape 76"/>
            <p:cNvCxnSpPr>
              <a:cxnSpLocks noChangeShapeType="1"/>
              <a:stCxn id="44051" idx="4"/>
              <a:endCxn id="44058" idx="0"/>
            </p:cNvCxnSpPr>
            <p:nvPr/>
          </p:nvCxnSpPr>
          <p:spPr bwMode="auto">
            <a:xfrm rot="16200000" flipH="1">
              <a:off x="4203" y="2938"/>
              <a:ext cx="62" cy="97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44074" name="AutoShape 77"/>
            <p:cNvCxnSpPr>
              <a:cxnSpLocks noChangeShapeType="1"/>
              <a:stCxn id="44054" idx="4"/>
              <a:endCxn id="44059" idx="0"/>
            </p:cNvCxnSpPr>
            <p:nvPr/>
          </p:nvCxnSpPr>
          <p:spPr bwMode="auto">
            <a:xfrm rot="5400000">
              <a:off x="4494" y="3368"/>
              <a:ext cx="62" cy="101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44075" name="AutoShape 78"/>
            <p:cNvCxnSpPr>
              <a:cxnSpLocks noChangeShapeType="1"/>
              <a:stCxn id="44054" idx="4"/>
              <a:endCxn id="44060" idx="0"/>
            </p:cNvCxnSpPr>
            <p:nvPr/>
          </p:nvCxnSpPr>
          <p:spPr bwMode="auto">
            <a:xfrm rot="16200000" flipH="1">
              <a:off x="4590" y="3373"/>
              <a:ext cx="62" cy="91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44076" name="AutoShape 79"/>
            <p:cNvCxnSpPr>
              <a:cxnSpLocks noChangeShapeType="1"/>
              <a:stCxn id="44055" idx="4"/>
              <a:endCxn id="44061" idx="0"/>
            </p:cNvCxnSpPr>
            <p:nvPr/>
          </p:nvCxnSpPr>
          <p:spPr bwMode="auto">
            <a:xfrm rot="5400000">
              <a:off x="4971" y="3371"/>
              <a:ext cx="62" cy="95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44077" name="AutoShape 80"/>
            <p:cNvCxnSpPr>
              <a:cxnSpLocks noChangeShapeType="1"/>
              <a:stCxn id="44055" idx="4"/>
              <a:endCxn id="44062" idx="0"/>
            </p:cNvCxnSpPr>
            <p:nvPr/>
          </p:nvCxnSpPr>
          <p:spPr bwMode="auto">
            <a:xfrm rot="16200000" flipH="1">
              <a:off x="5067" y="3370"/>
              <a:ext cx="62" cy="97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44078" name="AutoShape 81"/>
            <p:cNvCxnSpPr>
              <a:cxnSpLocks noChangeShapeType="1"/>
              <a:stCxn id="44052" idx="4"/>
              <a:endCxn id="44055" idx="0"/>
            </p:cNvCxnSpPr>
            <p:nvPr/>
          </p:nvCxnSpPr>
          <p:spPr bwMode="auto">
            <a:xfrm rot="16200000" flipH="1">
              <a:off x="4838" y="2915"/>
              <a:ext cx="171" cy="252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44079" name="AutoShape 82"/>
            <p:cNvCxnSpPr>
              <a:cxnSpLocks noChangeShapeType="1"/>
              <a:stCxn id="44053" idx="4"/>
              <a:endCxn id="44063" idx="0"/>
            </p:cNvCxnSpPr>
            <p:nvPr/>
          </p:nvCxnSpPr>
          <p:spPr bwMode="auto">
            <a:xfrm rot="5400000">
              <a:off x="5355" y="2939"/>
              <a:ext cx="62" cy="95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44080" name="AutoShape 83"/>
            <p:cNvCxnSpPr>
              <a:cxnSpLocks noChangeShapeType="1"/>
              <a:stCxn id="44053" idx="4"/>
              <a:endCxn id="44064" idx="0"/>
            </p:cNvCxnSpPr>
            <p:nvPr/>
          </p:nvCxnSpPr>
          <p:spPr bwMode="auto">
            <a:xfrm rot="16200000" flipH="1">
              <a:off x="5451" y="2938"/>
              <a:ext cx="62" cy="97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</p:cxnSp>
      </p:grpSp>
      <p:sp>
        <p:nvSpPr>
          <p:cNvPr id="142" name="Text Box 42"/>
          <p:cNvSpPr txBox="1">
            <a:spLocks noChangeArrowheads="1"/>
          </p:cNvSpPr>
          <p:nvPr/>
        </p:nvSpPr>
        <p:spPr bwMode="auto">
          <a:xfrm>
            <a:off x="6172200" y="5257800"/>
            <a:ext cx="325438" cy="295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 b="1">
                <a:solidFill>
                  <a:srgbClr val="FF0000"/>
                </a:solidFill>
              </a:rPr>
              <a:t>w</a:t>
            </a:r>
          </a:p>
        </p:txBody>
      </p:sp>
      <p:sp>
        <p:nvSpPr>
          <p:cNvPr id="143" name="Text Box 43"/>
          <p:cNvSpPr txBox="1">
            <a:spLocks noChangeArrowheads="1"/>
          </p:cNvSpPr>
          <p:nvPr/>
        </p:nvSpPr>
        <p:spPr bwMode="auto">
          <a:xfrm>
            <a:off x="7470775" y="4524375"/>
            <a:ext cx="504825" cy="295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 b="1">
                <a:solidFill>
                  <a:srgbClr val="FF0000"/>
                </a:solidFill>
              </a:rPr>
              <a:t>b=x</a:t>
            </a:r>
          </a:p>
        </p:txBody>
      </p:sp>
      <p:sp>
        <p:nvSpPr>
          <p:cNvPr id="144" name="Text Box 44"/>
          <p:cNvSpPr txBox="1">
            <a:spLocks noChangeArrowheads="1"/>
          </p:cNvSpPr>
          <p:nvPr/>
        </p:nvSpPr>
        <p:spPr bwMode="auto">
          <a:xfrm>
            <a:off x="6078538" y="3238500"/>
            <a:ext cx="492125" cy="295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 b="1">
                <a:solidFill>
                  <a:srgbClr val="FF0000"/>
                </a:solidFill>
              </a:rPr>
              <a:t>a=y</a:t>
            </a:r>
          </a:p>
        </p:txBody>
      </p:sp>
      <p:sp>
        <p:nvSpPr>
          <p:cNvPr id="145" name="Text Box 45"/>
          <p:cNvSpPr txBox="1">
            <a:spLocks noChangeArrowheads="1"/>
          </p:cNvSpPr>
          <p:nvPr/>
        </p:nvSpPr>
        <p:spPr bwMode="auto">
          <a:xfrm>
            <a:off x="7640638" y="2914650"/>
            <a:ext cx="479425" cy="295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 b="1">
                <a:solidFill>
                  <a:srgbClr val="FF0000"/>
                </a:solidFill>
              </a:rPr>
              <a:t>c=z</a:t>
            </a:r>
          </a:p>
        </p:txBody>
      </p:sp>
      <p:sp>
        <p:nvSpPr>
          <p:cNvPr id="44044" name="Line 46"/>
          <p:cNvSpPr>
            <a:spLocks noChangeShapeType="1"/>
          </p:cNvSpPr>
          <p:nvPr/>
        </p:nvSpPr>
        <p:spPr bwMode="auto">
          <a:xfrm flipV="1">
            <a:off x="6429375" y="5229225"/>
            <a:ext cx="228600" cy="152400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 type="triangle" w="med" len="med"/>
          </a:ln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44045" name="Line 47"/>
          <p:cNvSpPr>
            <a:spLocks noChangeShapeType="1"/>
          </p:cNvSpPr>
          <p:nvPr/>
        </p:nvSpPr>
        <p:spPr bwMode="auto">
          <a:xfrm>
            <a:off x="6324600" y="3505200"/>
            <a:ext cx="152400" cy="152400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 type="triangle" w="med" len="med"/>
          </a:ln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44046" name="Line 48"/>
          <p:cNvSpPr>
            <a:spLocks noChangeShapeType="1"/>
          </p:cNvSpPr>
          <p:nvPr/>
        </p:nvSpPr>
        <p:spPr bwMode="auto">
          <a:xfrm flipH="1">
            <a:off x="7391400" y="3067050"/>
            <a:ext cx="304800" cy="0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 type="triangle" w="med" len="med"/>
          </a:ln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44047" name="Line 49"/>
          <p:cNvSpPr>
            <a:spLocks noChangeShapeType="1"/>
          </p:cNvSpPr>
          <p:nvPr/>
        </p:nvSpPr>
        <p:spPr bwMode="auto">
          <a:xfrm flipH="1" flipV="1">
            <a:off x="7277100" y="4505325"/>
            <a:ext cx="228600" cy="152400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 type="triangle" w="med" len="med"/>
          </a:ln>
        </p:spPr>
        <p:txBody>
          <a:bodyPr>
            <a:spAutoFit/>
          </a:bodyPr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Trinode Restructuring</a:t>
            </a:r>
          </a:p>
        </p:txBody>
      </p:sp>
      <p:sp>
        <p:nvSpPr>
          <p:cNvPr id="45059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685800" y="1524000"/>
            <a:ext cx="7772400" cy="1143000"/>
          </a:xfrm>
        </p:spPr>
        <p:txBody>
          <a:bodyPr/>
          <a:lstStyle/>
          <a:p>
            <a:pPr>
              <a:lnSpc>
                <a:spcPct val="90000"/>
              </a:lnSpc>
              <a:buClrTx/>
              <a:buFont typeface="Times" charset="0"/>
              <a:buChar char="•"/>
            </a:pPr>
            <a:r>
              <a:rPr lang="en-US" sz="2000" smtClean="0"/>
              <a:t>let (</a:t>
            </a:r>
            <a:r>
              <a:rPr lang="en-US" sz="2000" i="1" smtClean="0"/>
              <a:t>a</a:t>
            </a:r>
            <a:r>
              <a:rPr lang="en-US" sz="2000" smtClean="0"/>
              <a:t>,</a:t>
            </a:r>
            <a:r>
              <a:rPr lang="en-US" sz="2000" i="1" smtClean="0"/>
              <a:t>b</a:t>
            </a:r>
            <a:r>
              <a:rPr lang="en-US" sz="2000" smtClean="0"/>
              <a:t>,</a:t>
            </a:r>
            <a:r>
              <a:rPr lang="en-US" sz="2000" i="1" smtClean="0"/>
              <a:t>c</a:t>
            </a:r>
            <a:r>
              <a:rPr lang="en-US" sz="2000" smtClean="0"/>
              <a:t>) be an inorder listing of </a:t>
            </a:r>
            <a:r>
              <a:rPr lang="en-US" sz="2000" i="1" smtClean="0"/>
              <a:t>x</a:t>
            </a:r>
            <a:r>
              <a:rPr lang="en-US" sz="2000" smtClean="0"/>
              <a:t>, </a:t>
            </a:r>
            <a:r>
              <a:rPr lang="en-US" sz="2000" i="1" smtClean="0"/>
              <a:t>y</a:t>
            </a:r>
            <a:r>
              <a:rPr lang="en-US" sz="2000" smtClean="0"/>
              <a:t>, </a:t>
            </a:r>
            <a:r>
              <a:rPr lang="en-US" sz="2000" i="1" smtClean="0"/>
              <a:t>z</a:t>
            </a:r>
            <a:endParaRPr lang="en-US" sz="2000" smtClean="0"/>
          </a:p>
          <a:p>
            <a:pPr>
              <a:lnSpc>
                <a:spcPct val="90000"/>
              </a:lnSpc>
              <a:buClrTx/>
              <a:buFont typeface="Times" charset="0"/>
              <a:buChar char="•"/>
            </a:pPr>
            <a:r>
              <a:rPr lang="en-US" sz="2000" smtClean="0"/>
              <a:t>perform the rotations needed to make </a:t>
            </a:r>
            <a:r>
              <a:rPr lang="en-US" sz="2000" i="1" smtClean="0"/>
              <a:t>b</a:t>
            </a:r>
            <a:r>
              <a:rPr lang="en-US" sz="2000" smtClean="0"/>
              <a:t> the topmost node of the three</a:t>
            </a:r>
          </a:p>
        </p:txBody>
      </p:sp>
      <p:grpSp>
        <p:nvGrpSpPr>
          <p:cNvPr id="45060" name="Group 4"/>
          <p:cNvGrpSpPr>
            <a:grpSpLocks/>
          </p:cNvGrpSpPr>
          <p:nvPr/>
        </p:nvGrpSpPr>
        <p:grpSpPr bwMode="auto">
          <a:xfrm>
            <a:off x="608013" y="2514600"/>
            <a:ext cx="2238375" cy="2624138"/>
            <a:chOff x="148" y="1802"/>
            <a:chExt cx="1410" cy="1653"/>
          </a:xfrm>
        </p:grpSpPr>
        <p:sp>
          <p:nvSpPr>
            <p:cNvPr id="45111" name="Oval 5"/>
            <p:cNvSpPr>
              <a:spLocks noChangeArrowheads="1"/>
            </p:cNvSpPr>
            <p:nvPr/>
          </p:nvSpPr>
          <p:spPr bwMode="auto">
            <a:xfrm>
              <a:off x="679" y="2290"/>
              <a:ext cx="413" cy="261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r>
                <a:rPr lang="en-US" sz="1400">
                  <a:solidFill>
                    <a:srgbClr val="000000"/>
                  </a:solidFill>
                  <a:latin typeface="Times New Roman" charset="0"/>
                </a:rPr>
                <a:t>b=y</a:t>
              </a:r>
            </a:p>
          </p:txBody>
        </p:sp>
        <p:sp>
          <p:nvSpPr>
            <p:cNvPr id="45112" name="Oval 6"/>
            <p:cNvSpPr>
              <a:spLocks noChangeArrowheads="1"/>
            </p:cNvSpPr>
            <p:nvPr/>
          </p:nvSpPr>
          <p:spPr bwMode="auto">
            <a:xfrm>
              <a:off x="451" y="1906"/>
              <a:ext cx="394" cy="261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r>
                <a:rPr lang="en-US" sz="1400">
                  <a:solidFill>
                    <a:srgbClr val="000000"/>
                  </a:solidFill>
                  <a:latin typeface="Times New Roman" charset="0"/>
                </a:rPr>
                <a:t>a=z</a:t>
              </a:r>
            </a:p>
          </p:txBody>
        </p:sp>
        <p:sp>
          <p:nvSpPr>
            <p:cNvPr id="45113" name="Oval 7"/>
            <p:cNvSpPr>
              <a:spLocks noChangeArrowheads="1"/>
            </p:cNvSpPr>
            <p:nvPr/>
          </p:nvSpPr>
          <p:spPr bwMode="auto">
            <a:xfrm>
              <a:off x="920" y="2674"/>
              <a:ext cx="403" cy="261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r>
                <a:rPr lang="en-US" sz="1400">
                  <a:solidFill>
                    <a:srgbClr val="000000"/>
                  </a:solidFill>
                  <a:latin typeface="Times New Roman" charset="0"/>
                </a:rPr>
                <a:t>c=x</a:t>
              </a:r>
            </a:p>
          </p:txBody>
        </p:sp>
        <p:sp>
          <p:nvSpPr>
            <p:cNvPr id="45114" name="AutoShape 8"/>
            <p:cNvSpPr>
              <a:spLocks noChangeArrowheads="1"/>
            </p:cNvSpPr>
            <p:nvPr/>
          </p:nvSpPr>
          <p:spPr bwMode="auto">
            <a:xfrm>
              <a:off x="148" y="2342"/>
              <a:ext cx="443" cy="369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r>
                <a:rPr lang="en-US" sz="1400">
                  <a:solidFill>
                    <a:srgbClr val="000000"/>
                  </a:solidFill>
                  <a:latin typeface="Times New Roman" charset="0"/>
                </a:rPr>
                <a:t>T</a:t>
              </a:r>
              <a:r>
                <a:rPr lang="en-US" sz="1400" baseline="-25000">
                  <a:solidFill>
                    <a:srgbClr val="000000"/>
                  </a:solidFill>
                  <a:latin typeface="Times New Roman" charset="0"/>
                </a:rPr>
                <a:t>0</a:t>
              </a:r>
              <a:endParaRPr lang="en-US" sz="1400">
                <a:solidFill>
                  <a:srgbClr val="000000"/>
                </a:solidFill>
                <a:latin typeface="Times New Roman" charset="0"/>
              </a:endParaRPr>
            </a:p>
          </p:txBody>
        </p:sp>
        <p:sp>
          <p:nvSpPr>
            <p:cNvPr id="45115" name="AutoShape 9"/>
            <p:cNvSpPr>
              <a:spLocks noChangeArrowheads="1"/>
            </p:cNvSpPr>
            <p:nvPr/>
          </p:nvSpPr>
          <p:spPr bwMode="auto">
            <a:xfrm>
              <a:off x="438" y="2774"/>
              <a:ext cx="443" cy="369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r>
                <a:rPr lang="en-US" sz="1400">
                  <a:solidFill>
                    <a:srgbClr val="000000"/>
                  </a:solidFill>
                  <a:latin typeface="Times New Roman" charset="0"/>
                </a:rPr>
                <a:t>T</a:t>
              </a:r>
              <a:r>
                <a:rPr lang="en-US" sz="1400" baseline="-25000">
                  <a:solidFill>
                    <a:srgbClr val="000000"/>
                  </a:solidFill>
                  <a:latin typeface="Times New Roman" charset="0"/>
                </a:rPr>
                <a:t>1</a:t>
              </a:r>
              <a:endParaRPr lang="en-US" sz="1400">
                <a:solidFill>
                  <a:srgbClr val="000000"/>
                </a:solidFill>
                <a:latin typeface="Times New Roman" charset="0"/>
              </a:endParaRPr>
            </a:p>
          </p:txBody>
        </p:sp>
        <p:sp>
          <p:nvSpPr>
            <p:cNvPr id="45116" name="AutoShape 10"/>
            <p:cNvSpPr>
              <a:spLocks noChangeArrowheads="1"/>
            </p:cNvSpPr>
            <p:nvPr/>
          </p:nvSpPr>
          <p:spPr bwMode="auto">
            <a:xfrm>
              <a:off x="726" y="3086"/>
              <a:ext cx="443" cy="369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r>
                <a:rPr lang="en-US" sz="1400">
                  <a:solidFill>
                    <a:srgbClr val="000000"/>
                  </a:solidFill>
                  <a:latin typeface="Times New Roman" charset="0"/>
                </a:rPr>
                <a:t>T</a:t>
              </a:r>
              <a:r>
                <a:rPr lang="en-US" sz="1400" baseline="-25000">
                  <a:solidFill>
                    <a:srgbClr val="000000"/>
                  </a:solidFill>
                  <a:latin typeface="Times New Roman" charset="0"/>
                </a:rPr>
                <a:t>2</a:t>
              </a:r>
              <a:endParaRPr lang="en-US" sz="1400">
                <a:solidFill>
                  <a:srgbClr val="000000"/>
                </a:solidFill>
                <a:latin typeface="Times New Roman" charset="0"/>
              </a:endParaRPr>
            </a:p>
          </p:txBody>
        </p:sp>
        <p:sp>
          <p:nvSpPr>
            <p:cNvPr id="45117" name="AutoShape 11"/>
            <p:cNvSpPr>
              <a:spLocks noChangeArrowheads="1"/>
            </p:cNvSpPr>
            <p:nvPr/>
          </p:nvSpPr>
          <p:spPr bwMode="auto">
            <a:xfrm>
              <a:off x="1115" y="3086"/>
              <a:ext cx="443" cy="369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r>
                <a:rPr lang="en-US" sz="1400">
                  <a:solidFill>
                    <a:srgbClr val="000000"/>
                  </a:solidFill>
                  <a:latin typeface="Times New Roman" charset="0"/>
                </a:rPr>
                <a:t>T</a:t>
              </a:r>
              <a:r>
                <a:rPr lang="en-US" sz="1400" baseline="-25000">
                  <a:solidFill>
                    <a:srgbClr val="000000"/>
                  </a:solidFill>
                  <a:latin typeface="Times New Roman" charset="0"/>
                </a:rPr>
                <a:t>3</a:t>
              </a:r>
              <a:endParaRPr lang="en-US" sz="1400">
                <a:solidFill>
                  <a:srgbClr val="000000"/>
                </a:solidFill>
                <a:latin typeface="Times New Roman" charset="0"/>
              </a:endParaRPr>
            </a:p>
          </p:txBody>
        </p:sp>
        <p:cxnSp>
          <p:nvCxnSpPr>
            <p:cNvPr id="45118" name="AutoShape 12"/>
            <p:cNvCxnSpPr>
              <a:cxnSpLocks noChangeShapeType="1"/>
              <a:stCxn id="45113" idx="4"/>
              <a:endCxn id="45117" idx="0"/>
            </p:cNvCxnSpPr>
            <p:nvPr/>
          </p:nvCxnSpPr>
          <p:spPr bwMode="auto">
            <a:xfrm rot="16200000" flipH="1">
              <a:off x="1154" y="2904"/>
              <a:ext cx="151" cy="215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</p:cxnSp>
        <p:cxnSp>
          <p:nvCxnSpPr>
            <p:cNvPr id="45119" name="AutoShape 13"/>
            <p:cNvCxnSpPr>
              <a:cxnSpLocks noChangeShapeType="1"/>
              <a:stCxn id="45113" idx="4"/>
              <a:endCxn id="45116" idx="0"/>
            </p:cNvCxnSpPr>
            <p:nvPr/>
          </p:nvCxnSpPr>
          <p:spPr bwMode="auto">
            <a:xfrm rot="5400000">
              <a:off x="959" y="2924"/>
              <a:ext cx="151" cy="174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</p:cxnSp>
        <p:cxnSp>
          <p:nvCxnSpPr>
            <p:cNvPr id="45120" name="AutoShape 14"/>
            <p:cNvCxnSpPr>
              <a:cxnSpLocks noChangeShapeType="1"/>
              <a:stCxn id="45111" idx="4"/>
              <a:endCxn id="45113" idx="0"/>
            </p:cNvCxnSpPr>
            <p:nvPr/>
          </p:nvCxnSpPr>
          <p:spPr bwMode="auto">
            <a:xfrm rot="16200000" flipH="1">
              <a:off x="942" y="2495"/>
              <a:ext cx="123" cy="236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</p:cxnSp>
        <p:cxnSp>
          <p:nvCxnSpPr>
            <p:cNvPr id="45121" name="AutoShape 15"/>
            <p:cNvCxnSpPr>
              <a:cxnSpLocks noChangeShapeType="1"/>
              <a:stCxn id="45111" idx="4"/>
              <a:endCxn id="45115" idx="0"/>
            </p:cNvCxnSpPr>
            <p:nvPr/>
          </p:nvCxnSpPr>
          <p:spPr bwMode="auto">
            <a:xfrm rot="5400000">
              <a:off x="661" y="2550"/>
              <a:ext cx="223" cy="226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</p:cxnSp>
        <p:cxnSp>
          <p:nvCxnSpPr>
            <p:cNvPr id="45122" name="AutoShape 16"/>
            <p:cNvCxnSpPr>
              <a:cxnSpLocks noChangeShapeType="1"/>
              <a:stCxn id="45112" idx="4"/>
              <a:endCxn id="45111" idx="0"/>
            </p:cNvCxnSpPr>
            <p:nvPr/>
          </p:nvCxnSpPr>
          <p:spPr bwMode="auto">
            <a:xfrm rot="16200000" flipH="1">
              <a:off x="706" y="2110"/>
              <a:ext cx="123" cy="238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</p:cxnSp>
        <p:cxnSp>
          <p:nvCxnSpPr>
            <p:cNvPr id="45123" name="AutoShape 17"/>
            <p:cNvCxnSpPr>
              <a:cxnSpLocks noChangeShapeType="1"/>
              <a:stCxn id="45112" idx="4"/>
              <a:endCxn id="45114" idx="0"/>
            </p:cNvCxnSpPr>
            <p:nvPr/>
          </p:nvCxnSpPr>
          <p:spPr bwMode="auto">
            <a:xfrm rot="5400000">
              <a:off x="422" y="2116"/>
              <a:ext cx="175" cy="279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</p:cxnSp>
        <p:cxnSp>
          <p:nvCxnSpPr>
            <p:cNvPr id="45124" name="AutoShape 18"/>
            <p:cNvCxnSpPr>
              <a:cxnSpLocks noChangeShapeType="1"/>
              <a:stCxn id="45112" idx="0"/>
            </p:cNvCxnSpPr>
            <p:nvPr/>
          </p:nvCxnSpPr>
          <p:spPr bwMode="auto">
            <a:xfrm rot="16200000" flipV="1">
              <a:off x="514" y="1772"/>
              <a:ext cx="104" cy="164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</p:cxnSp>
      </p:grpSp>
      <p:grpSp>
        <p:nvGrpSpPr>
          <p:cNvPr id="45061" name="Group 19"/>
          <p:cNvGrpSpPr>
            <a:grpSpLocks/>
          </p:cNvGrpSpPr>
          <p:nvPr/>
        </p:nvGrpSpPr>
        <p:grpSpPr bwMode="auto">
          <a:xfrm>
            <a:off x="2679700" y="4192588"/>
            <a:ext cx="2681288" cy="2054225"/>
            <a:chOff x="1540" y="2641"/>
            <a:chExt cx="1689" cy="1294"/>
          </a:xfrm>
        </p:grpSpPr>
        <p:sp>
          <p:nvSpPr>
            <p:cNvPr id="45097" name="Oval 20"/>
            <p:cNvSpPr>
              <a:spLocks noChangeArrowheads="1"/>
            </p:cNvSpPr>
            <p:nvPr/>
          </p:nvSpPr>
          <p:spPr bwMode="auto">
            <a:xfrm>
              <a:off x="2135" y="2744"/>
              <a:ext cx="413" cy="261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r>
                <a:rPr lang="en-US" sz="1400">
                  <a:solidFill>
                    <a:srgbClr val="000000"/>
                  </a:solidFill>
                  <a:latin typeface="Times New Roman" charset="0"/>
                </a:rPr>
                <a:t>b=y</a:t>
              </a:r>
            </a:p>
          </p:txBody>
        </p:sp>
        <p:sp>
          <p:nvSpPr>
            <p:cNvPr id="45098" name="Oval 21"/>
            <p:cNvSpPr>
              <a:spLocks noChangeArrowheads="1"/>
            </p:cNvSpPr>
            <p:nvPr/>
          </p:nvSpPr>
          <p:spPr bwMode="auto">
            <a:xfrm>
              <a:off x="1723" y="3144"/>
              <a:ext cx="394" cy="261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r>
                <a:rPr lang="en-US" sz="1400">
                  <a:solidFill>
                    <a:srgbClr val="000000"/>
                  </a:solidFill>
                  <a:latin typeface="Times New Roman" charset="0"/>
                </a:rPr>
                <a:t>a=z</a:t>
              </a:r>
            </a:p>
          </p:txBody>
        </p:sp>
        <p:sp>
          <p:nvSpPr>
            <p:cNvPr id="45099" name="Oval 22"/>
            <p:cNvSpPr>
              <a:spLocks noChangeArrowheads="1"/>
            </p:cNvSpPr>
            <p:nvPr/>
          </p:nvSpPr>
          <p:spPr bwMode="auto">
            <a:xfrm>
              <a:off x="2579" y="3150"/>
              <a:ext cx="403" cy="261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r>
                <a:rPr lang="en-US" sz="1400">
                  <a:solidFill>
                    <a:srgbClr val="000000"/>
                  </a:solidFill>
                  <a:latin typeface="Times New Roman" charset="0"/>
                </a:rPr>
                <a:t>c=x</a:t>
              </a:r>
            </a:p>
          </p:txBody>
        </p:sp>
        <p:sp>
          <p:nvSpPr>
            <p:cNvPr id="45100" name="AutoShape 23"/>
            <p:cNvSpPr>
              <a:spLocks noChangeArrowheads="1"/>
            </p:cNvSpPr>
            <p:nvPr/>
          </p:nvSpPr>
          <p:spPr bwMode="auto">
            <a:xfrm>
              <a:off x="1540" y="3566"/>
              <a:ext cx="443" cy="369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r>
                <a:rPr lang="en-US" sz="1400">
                  <a:solidFill>
                    <a:srgbClr val="000000"/>
                  </a:solidFill>
                  <a:latin typeface="Times New Roman" charset="0"/>
                </a:rPr>
                <a:t>T</a:t>
              </a:r>
              <a:r>
                <a:rPr lang="en-US" sz="1400" baseline="-25000">
                  <a:solidFill>
                    <a:srgbClr val="000000"/>
                  </a:solidFill>
                  <a:latin typeface="Times New Roman" charset="0"/>
                </a:rPr>
                <a:t>0</a:t>
              </a:r>
              <a:endParaRPr lang="en-US" sz="1400">
                <a:solidFill>
                  <a:srgbClr val="000000"/>
                </a:solidFill>
                <a:latin typeface="Times New Roman" charset="0"/>
              </a:endParaRPr>
            </a:p>
          </p:txBody>
        </p:sp>
        <p:sp>
          <p:nvSpPr>
            <p:cNvPr id="45101" name="AutoShape 24"/>
            <p:cNvSpPr>
              <a:spLocks noChangeArrowheads="1"/>
            </p:cNvSpPr>
            <p:nvPr/>
          </p:nvSpPr>
          <p:spPr bwMode="auto">
            <a:xfrm>
              <a:off x="1919" y="3564"/>
              <a:ext cx="443" cy="369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r>
                <a:rPr lang="en-US" sz="1400">
                  <a:solidFill>
                    <a:srgbClr val="000000"/>
                  </a:solidFill>
                  <a:latin typeface="Times New Roman" charset="0"/>
                </a:rPr>
                <a:t>T</a:t>
              </a:r>
              <a:r>
                <a:rPr lang="en-US" sz="1400" baseline="-25000">
                  <a:solidFill>
                    <a:srgbClr val="000000"/>
                  </a:solidFill>
                  <a:latin typeface="Times New Roman" charset="0"/>
                </a:rPr>
                <a:t>1</a:t>
              </a:r>
              <a:endParaRPr lang="en-US" sz="1400">
                <a:solidFill>
                  <a:srgbClr val="000000"/>
                </a:solidFill>
                <a:latin typeface="Times New Roman" charset="0"/>
              </a:endParaRPr>
            </a:p>
          </p:txBody>
        </p:sp>
        <p:sp>
          <p:nvSpPr>
            <p:cNvPr id="45102" name="AutoShape 25"/>
            <p:cNvSpPr>
              <a:spLocks noChangeArrowheads="1"/>
            </p:cNvSpPr>
            <p:nvPr/>
          </p:nvSpPr>
          <p:spPr bwMode="auto">
            <a:xfrm>
              <a:off x="2397" y="3562"/>
              <a:ext cx="443" cy="369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r>
                <a:rPr lang="en-US" sz="1400">
                  <a:solidFill>
                    <a:srgbClr val="000000"/>
                  </a:solidFill>
                  <a:latin typeface="Times New Roman" charset="0"/>
                </a:rPr>
                <a:t>T</a:t>
              </a:r>
              <a:r>
                <a:rPr lang="en-US" sz="1400" baseline="-25000">
                  <a:solidFill>
                    <a:srgbClr val="000000"/>
                  </a:solidFill>
                  <a:latin typeface="Times New Roman" charset="0"/>
                </a:rPr>
                <a:t>2</a:t>
              </a:r>
              <a:endParaRPr lang="en-US" sz="1400">
                <a:solidFill>
                  <a:srgbClr val="000000"/>
                </a:solidFill>
                <a:latin typeface="Times New Roman" charset="0"/>
              </a:endParaRPr>
            </a:p>
          </p:txBody>
        </p:sp>
        <p:sp>
          <p:nvSpPr>
            <p:cNvPr id="45103" name="AutoShape 26"/>
            <p:cNvSpPr>
              <a:spLocks noChangeArrowheads="1"/>
            </p:cNvSpPr>
            <p:nvPr/>
          </p:nvSpPr>
          <p:spPr bwMode="auto">
            <a:xfrm>
              <a:off x="2786" y="3562"/>
              <a:ext cx="443" cy="369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r>
                <a:rPr lang="en-US" sz="1400">
                  <a:solidFill>
                    <a:srgbClr val="000000"/>
                  </a:solidFill>
                  <a:latin typeface="Times New Roman" charset="0"/>
                </a:rPr>
                <a:t>T</a:t>
              </a:r>
              <a:r>
                <a:rPr lang="en-US" sz="1400" baseline="-25000">
                  <a:solidFill>
                    <a:srgbClr val="000000"/>
                  </a:solidFill>
                  <a:latin typeface="Times New Roman" charset="0"/>
                </a:rPr>
                <a:t>3</a:t>
              </a:r>
              <a:endParaRPr lang="en-US" sz="1400">
                <a:solidFill>
                  <a:srgbClr val="000000"/>
                </a:solidFill>
                <a:latin typeface="Times New Roman" charset="0"/>
              </a:endParaRPr>
            </a:p>
          </p:txBody>
        </p:sp>
        <p:cxnSp>
          <p:nvCxnSpPr>
            <p:cNvPr id="45104" name="AutoShape 27"/>
            <p:cNvCxnSpPr>
              <a:cxnSpLocks noChangeShapeType="1"/>
              <a:stCxn id="45099" idx="4"/>
              <a:endCxn id="45103" idx="0"/>
            </p:cNvCxnSpPr>
            <p:nvPr/>
          </p:nvCxnSpPr>
          <p:spPr bwMode="auto">
            <a:xfrm rot="16200000" flipH="1">
              <a:off x="2819" y="3374"/>
              <a:ext cx="151" cy="227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</p:cxnSp>
        <p:cxnSp>
          <p:nvCxnSpPr>
            <p:cNvPr id="45105" name="AutoShape 28"/>
            <p:cNvCxnSpPr>
              <a:cxnSpLocks noChangeShapeType="1"/>
              <a:stCxn id="45099" idx="4"/>
              <a:endCxn id="45102" idx="0"/>
            </p:cNvCxnSpPr>
            <p:nvPr/>
          </p:nvCxnSpPr>
          <p:spPr bwMode="auto">
            <a:xfrm rot="5400000">
              <a:off x="2624" y="3406"/>
              <a:ext cx="151" cy="162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</p:cxnSp>
        <p:cxnSp>
          <p:nvCxnSpPr>
            <p:cNvPr id="45106" name="AutoShape 29"/>
            <p:cNvCxnSpPr>
              <a:cxnSpLocks noChangeShapeType="1"/>
              <a:stCxn id="45097" idx="4"/>
              <a:endCxn id="45099" idx="0"/>
            </p:cNvCxnSpPr>
            <p:nvPr/>
          </p:nvCxnSpPr>
          <p:spPr bwMode="auto">
            <a:xfrm rot="16200000" flipH="1">
              <a:off x="2489" y="2859"/>
              <a:ext cx="145" cy="439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</p:cxnSp>
        <p:cxnSp>
          <p:nvCxnSpPr>
            <p:cNvPr id="45107" name="AutoShape 30"/>
            <p:cNvCxnSpPr>
              <a:cxnSpLocks noChangeShapeType="1"/>
              <a:stCxn id="45098" idx="4"/>
              <a:endCxn id="45101" idx="0"/>
            </p:cNvCxnSpPr>
            <p:nvPr/>
          </p:nvCxnSpPr>
          <p:spPr bwMode="auto">
            <a:xfrm rot="16200000" flipH="1">
              <a:off x="1951" y="3375"/>
              <a:ext cx="159" cy="22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</p:cxnSp>
        <p:cxnSp>
          <p:nvCxnSpPr>
            <p:cNvPr id="45108" name="AutoShape 31"/>
            <p:cNvCxnSpPr>
              <a:cxnSpLocks noChangeShapeType="1"/>
              <a:stCxn id="45098" idx="0"/>
              <a:endCxn id="45097" idx="4"/>
            </p:cNvCxnSpPr>
            <p:nvPr/>
          </p:nvCxnSpPr>
          <p:spPr bwMode="auto">
            <a:xfrm rot="5400000" flipH="1" flipV="1">
              <a:off x="2062" y="2864"/>
              <a:ext cx="139" cy="422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</p:cxnSp>
        <p:cxnSp>
          <p:nvCxnSpPr>
            <p:cNvPr id="45109" name="AutoShape 32"/>
            <p:cNvCxnSpPr>
              <a:cxnSpLocks noChangeShapeType="1"/>
              <a:stCxn id="45098" idx="4"/>
              <a:endCxn id="45100" idx="0"/>
            </p:cNvCxnSpPr>
            <p:nvPr/>
          </p:nvCxnSpPr>
          <p:spPr bwMode="auto">
            <a:xfrm rot="5400000">
              <a:off x="1761" y="3407"/>
              <a:ext cx="161" cy="159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</p:cxnSp>
        <p:cxnSp>
          <p:nvCxnSpPr>
            <p:cNvPr id="45110" name="AutoShape 33"/>
            <p:cNvCxnSpPr>
              <a:cxnSpLocks noChangeShapeType="1"/>
              <a:stCxn id="45097" idx="0"/>
            </p:cNvCxnSpPr>
            <p:nvPr/>
          </p:nvCxnSpPr>
          <p:spPr bwMode="auto">
            <a:xfrm rot="16200000" flipV="1">
              <a:off x="2209" y="2612"/>
              <a:ext cx="104" cy="16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</p:cxnSp>
      </p:grpSp>
      <p:grpSp>
        <p:nvGrpSpPr>
          <p:cNvPr id="45062" name="Group 34"/>
          <p:cNvGrpSpPr>
            <a:grpSpLocks/>
          </p:cNvGrpSpPr>
          <p:nvPr/>
        </p:nvGrpSpPr>
        <p:grpSpPr bwMode="auto">
          <a:xfrm>
            <a:off x="4800600" y="2403475"/>
            <a:ext cx="2227263" cy="2624138"/>
            <a:chOff x="3124" y="1584"/>
            <a:chExt cx="1403" cy="1653"/>
          </a:xfrm>
        </p:grpSpPr>
        <p:sp>
          <p:nvSpPr>
            <p:cNvPr id="45083" name="Oval 35"/>
            <p:cNvSpPr>
              <a:spLocks noChangeArrowheads="1"/>
            </p:cNvSpPr>
            <p:nvPr/>
          </p:nvSpPr>
          <p:spPr bwMode="auto">
            <a:xfrm>
              <a:off x="3797" y="2076"/>
              <a:ext cx="403" cy="261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r>
                <a:rPr lang="en-US" sz="1400">
                  <a:solidFill>
                    <a:srgbClr val="000000"/>
                  </a:solidFill>
                  <a:latin typeface="Times New Roman" charset="0"/>
                </a:rPr>
                <a:t>c=y</a:t>
              </a:r>
            </a:p>
          </p:txBody>
        </p:sp>
        <p:sp>
          <p:nvSpPr>
            <p:cNvPr id="45084" name="Oval 36"/>
            <p:cNvSpPr>
              <a:spLocks noChangeArrowheads="1"/>
            </p:cNvSpPr>
            <p:nvPr/>
          </p:nvSpPr>
          <p:spPr bwMode="auto">
            <a:xfrm>
              <a:off x="3548" y="2492"/>
              <a:ext cx="413" cy="261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r>
                <a:rPr lang="en-US" sz="1400">
                  <a:solidFill>
                    <a:srgbClr val="000000"/>
                  </a:solidFill>
                  <a:latin typeface="Times New Roman" charset="0"/>
                </a:rPr>
                <a:t>b=x</a:t>
              </a:r>
            </a:p>
          </p:txBody>
        </p:sp>
        <p:sp>
          <p:nvSpPr>
            <p:cNvPr id="45085" name="Oval 37"/>
            <p:cNvSpPr>
              <a:spLocks noChangeArrowheads="1"/>
            </p:cNvSpPr>
            <p:nvPr/>
          </p:nvSpPr>
          <p:spPr bwMode="auto">
            <a:xfrm>
              <a:off x="3440" y="1688"/>
              <a:ext cx="394" cy="261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r>
                <a:rPr lang="en-US" sz="1400">
                  <a:solidFill>
                    <a:srgbClr val="000000"/>
                  </a:solidFill>
                  <a:latin typeface="Times New Roman" charset="0"/>
                </a:rPr>
                <a:t>a=z</a:t>
              </a:r>
            </a:p>
          </p:txBody>
        </p:sp>
        <p:sp>
          <p:nvSpPr>
            <p:cNvPr id="45086" name="AutoShape 38"/>
            <p:cNvSpPr>
              <a:spLocks noChangeArrowheads="1"/>
            </p:cNvSpPr>
            <p:nvPr/>
          </p:nvSpPr>
          <p:spPr bwMode="auto">
            <a:xfrm>
              <a:off x="3124" y="2124"/>
              <a:ext cx="443" cy="369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r>
                <a:rPr lang="en-US" sz="1400">
                  <a:solidFill>
                    <a:srgbClr val="000000"/>
                  </a:solidFill>
                  <a:latin typeface="Times New Roman" charset="0"/>
                </a:rPr>
                <a:t>T</a:t>
              </a:r>
              <a:r>
                <a:rPr lang="en-US" sz="1400" baseline="-25000">
                  <a:solidFill>
                    <a:srgbClr val="000000"/>
                  </a:solidFill>
                  <a:latin typeface="Times New Roman" charset="0"/>
                </a:rPr>
                <a:t>0</a:t>
              </a:r>
              <a:endParaRPr lang="en-US" sz="1400">
                <a:solidFill>
                  <a:srgbClr val="000000"/>
                </a:solidFill>
                <a:latin typeface="Times New Roman" charset="0"/>
              </a:endParaRPr>
            </a:p>
          </p:txBody>
        </p:sp>
        <p:sp>
          <p:nvSpPr>
            <p:cNvPr id="45087" name="AutoShape 39"/>
            <p:cNvSpPr>
              <a:spLocks noChangeArrowheads="1"/>
            </p:cNvSpPr>
            <p:nvPr/>
          </p:nvSpPr>
          <p:spPr bwMode="auto">
            <a:xfrm>
              <a:off x="3362" y="2858"/>
              <a:ext cx="443" cy="369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r>
                <a:rPr lang="en-US" sz="1400">
                  <a:solidFill>
                    <a:srgbClr val="000000"/>
                  </a:solidFill>
                  <a:latin typeface="Times New Roman" charset="0"/>
                </a:rPr>
                <a:t>T</a:t>
              </a:r>
              <a:r>
                <a:rPr lang="en-US" sz="1400" baseline="-25000">
                  <a:solidFill>
                    <a:srgbClr val="000000"/>
                  </a:solidFill>
                  <a:latin typeface="Times New Roman" charset="0"/>
                </a:rPr>
                <a:t>1</a:t>
              </a:r>
              <a:endParaRPr lang="en-US" sz="1400">
                <a:solidFill>
                  <a:srgbClr val="000000"/>
                </a:solidFill>
                <a:latin typeface="Times New Roman" charset="0"/>
              </a:endParaRPr>
            </a:p>
          </p:txBody>
        </p:sp>
        <p:sp>
          <p:nvSpPr>
            <p:cNvPr id="45088" name="AutoShape 40"/>
            <p:cNvSpPr>
              <a:spLocks noChangeArrowheads="1"/>
            </p:cNvSpPr>
            <p:nvPr/>
          </p:nvSpPr>
          <p:spPr bwMode="auto">
            <a:xfrm>
              <a:off x="3796" y="2868"/>
              <a:ext cx="443" cy="369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r>
                <a:rPr lang="en-US" sz="1400">
                  <a:solidFill>
                    <a:srgbClr val="000000"/>
                  </a:solidFill>
                  <a:latin typeface="Times New Roman" charset="0"/>
                </a:rPr>
                <a:t>T</a:t>
              </a:r>
              <a:r>
                <a:rPr lang="en-US" sz="1400" baseline="-25000">
                  <a:solidFill>
                    <a:srgbClr val="000000"/>
                  </a:solidFill>
                  <a:latin typeface="Times New Roman" charset="0"/>
                </a:rPr>
                <a:t>2</a:t>
              </a:r>
              <a:endParaRPr lang="en-US" sz="1400">
                <a:solidFill>
                  <a:srgbClr val="000000"/>
                </a:solidFill>
                <a:latin typeface="Times New Roman" charset="0"/>
              </a:endParaRPr>
            </a:p>
          </p:txBody>
        </p:sp>
        <p:sp>
          <p:nvSpPr>
            <p:cNvPr id="45089" name="AutoShape 41"/>
            <p:cNvSpPr>
              <a:spLocks noChangeArrowheads="1"/>
            </p:cNvSpPr>
            <p:nvPr/>
          </p:nvSpPr>
          <p:spPr bwMode="auto">
            <a:xfrm>
              <a:off x="4084" y="2558"/>
              <a:ext cx="443" cy="369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r>
                <a:rPr lang="en-US" sz="1400">
                  <a:solidFill>
                    <a:srgbClr val="000000"/>
                  </a:solidFill>
                  <a:latin typeface="Times New Roman" charset="0"/>
                </a:rPr>
                <a:t>T</a:t>
              </a:r>
              <a:r>
                <a:rPr lang="en-US" sz="1400" baseline="-25000">
                  <a:solidFill>
                    <a:srgbClr val="000000"/>
                  </a:solidFill>
                  <a:latin typeface="Times New Roman" charset="0"/>
                </a:rPr>
                <a:t>3</a:t>
              </a:r>
              <a:endParaRPr lang="en-US" sz="1400">
                <a:solidFill>
                  <a:srgbClr val="000000"/>
                </a:solidFill>
                <a:latin typeface="Times New Roman" charset="0"/>
              </a:endParaRPr>
            </a:p>
          </p:txBody>
        </p:sp>
        <p:cxnSp>
          <p:nvCxnSpPr>
            <p:cNvPr id="45090" name="AutoShape 42"/>
            <p:cNvCxnSpPr>
              <a:cxnSpLocks noChangeShapeType="1"/>
              <a:stCxn id="45083" idx="4"/>
              <a:endCxn id="45089" idx="0"/>
            </p:cNvCxnSpPr>
            <p:nvPr/>
          </p:nvCxnSpPr>
          <p:spPr bwMode="auto">
            <a:xfrm rot="16200000" flipH="1">
              <a:off x="4042" y="2295"/>
              <a:ext cx="221" cy="307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</p:cxnSp>
        <p:cxnSp>
          <p:nvCxnSpPr>
            <p:cNvPr id="45091" name="AutoShape 43"/>
            <p:cNvCxnSpPr>
              <a:cxnSpLocks noChangeShapeType="1"/>
              <a:stCxn id="45084" idx="4"/>
              <a:endCxn id="45088" idx="0"/>
            </p:cNvCxnSpPr>
            <p:nvPr/>
          </p:nvCxnSpPr>
          <p:spPr bwMode="auto">
            <a:xfrm rot="16200000" flipH="1">
              <a:off x="3829" y="2680"/>
              <a:ext cx="115" cy="263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</p:cxnSp>
        <p:cxnSp>
          <p:nvCxnSpPr>
            <p:cNvPr id="45092" name="AutoShape 44"/>
            <p:cNvCxnSpPr>
              <a:cxnSpLocks noChangeShapeType="1"/>
              <a:stCxn id="45084" idx="0"/>
              <a:endCxn id="45083" idx="4"/>
            </p:cNvCxnSpPr>
            <p:nvPr/>
          </p:nvCxnSpPr>
          <p:spPr bwMode="auto">
            <a:xfrm rot="5400000" flipH="1" flipV="1">
              <a:off x="3799" y="2293"/>
              <a:ext cx="155" cy="244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</p:cxnSp>
        <p:cxnSp>
          <p:nvCxnSpPr>
            <p:cNvPr id="45093" name="AutoShape 45"/>
            <p:cNvCxnSpPr>
              <a:cxnSpLocks noChangeShapeType="1"/>
              <a:stCxn id="45084" idx="4"/>
              <a:endCxn id="45087" idx="0"/>
            </p:cNvCxnSpPr>
            <p:nvPr/>
          </p:nvCxnSpPr>
          <p:spPr bwMode="auto">
            <a:xfrm rot="5400000">
              <a:off x="3617" y="2720"/>
              <a:ext cx="105" cy="17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</p:cxnSp>
        <p:cxnSp>
          <p:nvCxnSpPr>
            <p:cNvPr id="45094" name="AutoShape 46"/>
            <p:cNvCxnSpPr>
              <a:cxnSpLocks noChangeShapeType="1"/>
              <a:stCxn id="45085" idx="4"/>
              <a:endCxn id="45083" idx="0"/>
            </p:cNvCxnSpPr>
            <p:nvPr/>
          </p:nvCxnSpPr>
          <p:spPr bwMode="auto">
            <a:xfrm rot="16200000" flipH="1">
              <a:off x="3755" y="1832"/>
              <a:ext cx="127" cy="36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</p:cxnSp>
        <p:cxnSp>
          <p:nvCxnSpPr>
            <p:cNvPr id="45095" name="AutoShape 47"/>
            <p:cNvCxnSpPr>
              <a:cxnSpLocks noChangeShapeType="1"/>
              <a:stCxn id="45085" idx="4"/>
              <a:endCxn id="45086" idx="0"/>
            </p:cNvCxnSpPr>
            <p:nvPr/>
          </p:nvCxnSpPr>
          <p:spPr bwMode="auto">
            <a:xfrm rot="5400000">
              <a:off x="3404" y="1891"/>
              <a:ext cx="175" cy="292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</p:cxnSp>
        <p:cxnSp>
          <p:nvCxnSpPr>
            <p:cNvPr id="45096" name="AutoShape 48"/>
            <p:cNvCxnSpPr>
              <a:cxnSpLocks noChangeShapeType="1"/>
              <a:stCxn id="45085" idx="0"/>
            </p:cNvCxnSpPr>
            <p:nvPr/>
          </p:nvCxnSpPr>
          <p:spPr bwMode="auto">
            <a:xfrm rot="16200000" flipV="1">
              <a:off x="3503" y="1554"/>
              <a:ext cx="104" cy="164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</p:cxnSp>
      </p:grpSp>
      <p:grpSp>
        <p:nvGrpSpPr>
          <p:cNvPr id="45063" name="Group 49"/>
          <p:cNvGrpSpPr>
            <a:grpSpLocks/>
          </p:cNvGrpSpPr>
          <p:nvPr/>
        </p:nvGrpSpPr>
        <p:grpSpPr bwMode="auto">
          <a:xfrm>
            <a:off x="6629400" y="4210050"/>
            <a:ext cx="2535238" cy="2039938"/>
            <a:chOff x="4226" y="2652"/>
            <a:chExt cx="1597" cy="1285"/>
          </a:xfrm>
        </p:grpSpPr>
        <p:sp>
          <p:nvSpPr>
            <p:cNvPr id="45069" name="Oval 50"/>
            <p:cNvSpPr>
              <a:spLocks noChangeArrowheads="1"/>
            </p:cNvSpPr>
            <p:nvPr/>
          </p:nvSpPr>
          <p:spPr bwMode="auto">
            <a:xfrm>
              <a:off x="4772" y="2754"/>
              <a:ext cx="413" cy="261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r>
                <a:rPr lang="en-US" sz="1400">
                  <a:solidFill>
                    <a:srgbClr val="000000"/>
                  </a:solidFill>
                  <a:latin typeface="Times New Roman" charset="0"/>
                </a:rPr>
                <a:t>b=x</a:t>
              </a:r>
            </a:p>
          </p:txBody>
        </p:sp>
        <p:sp>
          <p:nvSpPr>
            <p:cNvPr id="45070" name="Oval 51"/>
            <p:cNvSpPr>
              <a:spLocks noChangeArrowheads="1"/>
            </p:cNvSpPr>
            <p:nvPr/>
          </p:nvSpPr>
          <p:spPr bwMode="auto">
            <a:xfrm>
              <a:off x="5183" y="3150"/>
              <a:ext cx="403" cy="261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r>
                <a:rPr lang="en-US" sz="1400">
                  <a:solidFill>
                    <a:srgbClr val="000000"/>
                  </a:solidFill>
                  <a:latin typeface="Times New Roman" charset="0"/>
                </a:rPr>
                <a:t>c=y</a:t>
              </a:r>
            </a:p>
          </p:txBody>
        </p:sp>
        <p:sp>
          <p:nvSpPr>
            <p:cNvPr id="45071" name="Oval 52"/>
            <p:cNvSpPr>
              <a:spLocks noChangeArrowheads="1"/>
            </p:cNvSpPr>
            <p:nvPr/>
          </p:nvSpPr>
          <p:spPr bwMode="auto">
            <a:xfrm>
              <a:off x="4394" y="3150"/>
              <a:ext cx="394" cy="261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r>
                <a:rPr lang="en-US" sz="1400">
                  <a:solidFill>
                    <a:srgbClr val="000000"/>
                  </a:solidFill>
                  <a:latin typeface="Times New Roman" charset="0"/>
                </a:rPr>
                <a:t>a=z</a:t>
              </a:r>
            </a:p>
          </p:txBody>
        </p:sp>
        <p:sp>
          <p:nvSpPr>
            <p:cNvPr id="45072" name="AutoShape 53"/>
            <p:cNvSpPr>
              <a:spLocks noChangeArrowheads="1"/>
            </p:cNvSpPr>
            <p:nvPr/>
          </p:nvSpPr>
          <p:spPr bwMode="auto">
            <a:xfrm>
              <a:off x="4226" y="3566"/>
              <a:ext cx="443" cy="369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r>
                <a:rPr lang="en-US" sz="1400">
                  <a:solidFill>
                    <a:srgbClr val="000000"/>
                  </a:solidFill>
                  <a:latin typeface="Times New Roman" charset="0"/>
                </a:rPr>
                <a:t>T</a:t>
              </a:r>
              <a:r>
                <a:rPr lang="en-US" sz="1400" baseline="-25000">
                  <a:solidFill>
                    <a:srgbClr val="000000"/>
                  </a:solidFill>
                  <a:latin typeface="Times New Roman" charset="0"/>
                </a:rPr>
                <a:t>0</a:t>
              </a:r>
              <a:endParaRPr lang="en-US" sz="1400">
                <a:solidFill>
                  <a:srgbClr val="000000"/>
                </a:solidFill>
                <a:latin typeface="Times New Roman" charset="0"/>
              </a:endParaRPr>
            </a:p>
          </p:txBody>
        </p:sp>
        <p:sp>
          <p:nvSpPr>
            <p:cNvPr id="45073" name="AutoShape 54"/>
            <p:cNvSpPr>
              <a:spLocks noChangeArrowheads="1"/>
            </p:cNvSpPr>
            <p:nvPr/>
          </p:nvSpPr>
          <p:spPr bwMode="auto">
            <a:xfrm>
              <a:off x="4610" y="3568"/>
              <a:ext cx="443" cy="369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r>
                <a:rPr lang="en-US" sz="1400">
                  <a:solidFill>
                    <a:srgbClr val="000000"/>
                  </a:solidFill>
                  <a:latin typeface="Times New Roman" charset="0"/>
                </a:rPr>
                <a:t>T</a:t>
              </a:r>
              <a:r>
                <a:rPr lang="en-US" sz="1400" baseline="-25000">
                  <a:solidFill>
                    <a:srgbClr val="000000"/>
                  </a:solidFill>
                  <a:latin typeface="Times New Roman" charset="0"/>
                </a:rPr>
                <a:t>1</a:t>
              </a:r>
              <a:endParaRPr lang="en-US" sz="1400">
                <a:solidFill>
                  <a:srgbClr val="000000"/>
                </a:solidFill>
                <a:latin typeface="Times New Roman" charset="0"/>
              </a:endParaRPr>
            </a:p>
          </p:txBody>
        </p:sp>
        <p:sp>
          <p:nvSpPr>
            <p:cNvPr id="45074" name="AutoShape 55"/>
            <p:cNvSpPr>
              <a:spLocks noChangeArrowheads="1"/>
            </p:cNvSpPr>
            <p:nvPr/>
          </p:nvSpPr>
          <p:spPr bwMode="auto">
            <a:xfrm>
              <a:off x="4996" y="3566"/>
              <a:ext cx="443" cy="369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r>
                <a:rPr lang="en-US" sz="1400">
                  <a:solidFill>
                    <a:srgbClr val="000000"/>
                  </a:solidFill>
                  <a:latin typeface="Times New Roman" charset="0"/>
                </a:rPr>
                <a:t>T</a:t>
              </a:r>
              <a:r>
                <a:rPr lang="en-US" sz="1400" baseline="-25000">
                  <a:solidFill>
                    <a:srgbClr val="000000"/>
                  </a:solidFill>
                  <a:latin typeface="Times New Roman" charset="0"/>
                </a:rPr>
                <a:t>2</a:t>
              </a:r>
              <a:endParaRPr lang="en-US" sz="1400">
                <a:solidFill>
                  <a:srgbClr val="000000"/>
                </a:solidFill>
                <a:latin typeface="Times New Roman" charset="0"/>
              </a:endParaRPr>
            </a:p>
          </p:txBody>
        </p:sp>
        <p:sp>
          <p:nvSpPr>
            <p:cNvPr id="45075" name="AutoShape 56"/>
            <p:cNvSpPr>
              <a:spLocks noChangeArrowheads="1"/>
            </p:cNvSpPr>
            <p:nvPr/>
          </p:nvSpPr>
          <p:spPr bwMode="auto">
            <a:xfrm>
              <a:off x="5380" y="3564"/>
              <a:ext cx="443" cy="369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r>
                <a:rPr lang="en-US" sz="1400">
                  <a:solidFill>
                    <a:srgbClr val="000000"/>
                  </a:solidFill>
                  <a:latin typeface="Times New Roman" charset="0"/>
                </a:rPr>
                <a:t>T</a:t>
              </a:r>
              <a:r>
                <a:rPr lang="en-US" sz="1400" baseline="-25000">
                  <a:solidFill>
                    <a:srgbClr val="000000"/>
                  </a:solidFill>
                  <a:latin typeface="Times New Roman" charset="0"/>
                </a:rPr>
                <a:t>3</a:t>
              </a:r>
              <a:endParaRPr lang="en-US" sz="1400">
                <a:solidFill>
                  <a:srgbClr val="000000"/>
                </a:solidFill>
                <a:latin typeface="Times New Roman" charset="0"/>
              </a:endParaRPr>
            </a:p>
          </p:txBody>
        </p:sp>
        <p:cxnSp>
          <p:nvCxnSpPr>
            <p:cNvPr id="45076" name="AutoShape 57"/>
            <p:cNvCxnSpPr>
              <a:cxnSpLocks noChangeShapeType="1"/>
              <a:stCxn id="45070" idx="4"/>
              <a:endCxn id="45075" idx="0"/>
            </p:cNvCxnSpPr>
            <p:nvPr/>
          </p:nvCxnSpPr>
          <p:spPr bwMode="auto">
            <a:xfrm rot="16200000" flipH="1">
              <a:off x="5417" y="3380"/>
              <a:ext cx="153" cy="217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</p:cxnSp>
        <p:cxnSp>
          <p:nvCxnSpPr>
            <p:cNvPr id="45077" name="AutoShape 58"/>
            <p:cNvCxnSpPr>
              <a:cxnSpLocks noChangeShapeType="1"/>
              <a:stCxn id="45070" idx="4"/>
              <a:endCxn id="45074" idx="0"/>
            </p:cNvCxnSpPr>
            <p:nvPr/>
          </p:nvCxnSpPr>
          <p:spPr bwMode="auto">
            <a:xfrm rot="5400000">
              <a:off x="5224" y="3405"/>
              <a:ext cx="155" cy="167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</p:cxnSp>
        <p:cxnSp>
          <p:nvCxnSpPr>
            <p:cNvPr id="45078" name="AutoShape 59"/>
            <p:cNvCxnSpPr>
              <a:cxnSpLocks noChangeShapeType="1"/>
              <a:stCxn id="45069" idx="4"/>
              <a:endCxn id="45071" idx="0"/>
            </p:cNvCxnSpPr>
            <p:nvPr/>
          </p:nvCxnSpPr>
          <p:spPr bwMode="auto">
            <a:xfrm rot="5400000">
              <a:off x="4718" y="2889"/>
              <a:ext cx="135" cy="388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</p:cxnSp>
        <p:cxnSp>
          <p:nvCxnSpPr>
            <p:cNvPr id="45079" name="AutoShape 60"/>
            <p:cNvCxnSpPr>
              <a:cxnSpLocks noChangeShapeType="1"/>
              <a:stCxn id="45071" idx="4"/>
              <a:endCxn id="45073" idx="0"/>
            </p:cNvCxnSpPr>
            <p:nvPr/>
          </p:nvCxnSpPr>
          <p:spPr bwMode="auto">
            <a:xfrm rot="16200000" flipH="1">
              <a:off x="4633" y="3370"/>
              <a:ext cx="157" cy="24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</p:cxnSp>
        <p:cxnSp>
          <p:nvCxnSpPr>
            <p:cNvPr id="45080" name="AutoShape 61"/>
            <p:cNvCxnSpPr>
              <a:cxnSpLocks noChangeShapeType="1"/>
              <a:stCxn id="45069" idx="4"/>
              <a:endCxn id="45070" idx="0"/>
            </p:cNvCxnSpPr>
            <p:nvPr/>
          </p:nvCxnSpPr>
          <p:spPr bwMode="auto">
            <a:xfrm rot="16200000" flipH="1">
              <a:off x="5114" y="2880"/>
              <a:ext cx="135" cy="406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</p:cxnSp>
        <p:cxnSp>
          <p:nvCxnSpPr>
            <p:cNvPr id="45081" name="AutoShape 62"/>
            <p:cNvCxnSpPr>
              <a:cxnSpLocks noChangeShapeType="1"/>
              <a:stCxn id="45071" idx="4"/>
              <a:endCxn id="45072" idx="0"/>
            </p:cNvCxnSpPr>
            <p:nvPr/>
          </p:nvCxnSpPr>
          <p:spPr bwMode="auto">
            <a:xfrm rot="5400000">
              <a:off x="4442" y="3417"/>
              <a:ext cx="155" cy="144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</p:cxnSp>
        <p:cxnSp>
          <p:nvCxnSpPr>
            <p:cNvPr id="45082" name="AutoShape 63"/>
            <p:cNvCxnSpPr>
              <a:cxnSpLocks noChangeShapeType="1"/>
              <a:stCxn id="45069" idx="0"/>
            </p:cNvCxnSpPr>
            <p:nvPr/>
          </p:nvCxnSpPr>
          <p:spPr bwMode="auto">
            <a:xfrm rot="16200000" flipV="1">
              <a:off x="4849" y="2624"/>
              <a:ext cx="102" cy="158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</p:cxnSp>
      </p:grpSp>
      <p:sp>
        <p:nvSpPr>
          <p:cNvPr id="45064" name="Line 64"/>
          <p:cNvSpPr>
            <a:spLocks noChangeShapeType="1"/>
          </p:cNvSpPr>
          <p:nvPr/>
        </p:nvSpPr>
        <p:spPr bwMode="auto">
          <a:xfrm>
            <a:off x="2590800" y="4267200"/>
            <a:ext cx="685800" cy="457200"/>
          </a:xfrm>
          <a:prstGeom prst="line">
            <a:avLst/>
          </a:prstGeom>
          <a:noFill/>
          <a:ln w="28575">
            <a:solidFill>
              <a:schemeClr val="tx2"/>
            </a:solidFill>
            <a:round/>
            <a:headEnd/>
            <a:tailEnd type="triangle" w="med" len="med"/>
          </a:ln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45065" name="Line 65"/>
          <p:cNvSpPr>
            <a:spLocks noChangeShapeType="1"/>
          </p:cNvSpPr>
          <p:nvPr/>
        </p:nvSpPr>
        <p:spPr bwMode="auto">
          <a:xfrm>
            <a:off x="6931025" y="4038600"/>
            <a:ext cx="457200" cy="304800"/>
          </a:xfrm>
          <a:prstGeom prst="line">
            <a:avLst/>
          </a:prstGeom>
          <a:noFill/>
          <a:ln w="28575">
            <a:solidFill>
              <a:schemeClr val="tx2"/>
            </a:solidFill>
            <a:round/>
            <a:headEnd/>
            <a:tailEnd type="triangle" w="med" len="med"/>
          </a:ln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45066" name="Text Box 66"/>
          <p:cNvSpPr txBox="1">
            <a:spLocks noChangeArrowheads="1"/>
          </p:cNvSpPr>
          <p:nvPr/>
        </p:nvSpPr>
        <p:spPr bwMode="auto">
          <a:xfrm>
            <a:off x="152400" y="5683250"/>
            <a:ext cx="2076450" cy="581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600">
                <a:latin typeface="Times New Roman" charset="0"/>
              </a:rPr>
              <a:t>case 1: single rotation</a:t>
            </a:r>
          </a:p>
          <a:p>
            <a:r>
              <a:rPr lang="en-US" sz="1600">
                <a:latin typeface="Times New Roman" charset="0"/>
              </a:rPr>
              <a:t>(a left rotation about </a:t>
            </a:r>
            <a:r>
              <a:rPr lang="en-US" sz="1600" i="1">
                <a:latin typeface="Times New Roman" charset="0"/>
              </a:rPr>
              <a:t>a</a:t>
            </a:r>
            <a:r>
              <a:rPr lang="en-US" sz="1600">
                <a:latin typeface="Times New Roman" charset="0"/>
              </a:rPr>
              <a:t>)</a:t>
            </a:r>
          </a:p>
        </p:txBody>
      </p:sp>
      <p:sp>
        <p:nvSpPr>
          <p:cNvPr id="45067" name="Text Box 67"/>
          <p:cNvSpPr txBox="1">
            <a:spLocks noChangeArrowheads="1"/>
          </p:cNvSpPr>
          <p:nvPr/>
        </p:nvSpPr>
        <p:spPr bwMode="auto">
          <a:xfrm>
            <a:off x="6629400" y="2663825"/>
            <a:ext cx="2514600" cy="825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600">
                <a:latin typeface="Times New Roman" charset="0"/>
              </a:rPr>
              <a:t>case 2: double rotation</a:t>
            </a:r>
          </a:p>
          <a:p>
            <a:r>
              <a:rPr lang="en-US" sz="1600">
                <a:latin typeface="Times New Roman" charset="0"/>
              </a:rPr>
              <a:t>(a right rotation about </a:t>
            </a:r>
            <a:r>
              <a:rPr lang="en-US" sz="1600" i="1">
                <a:latin typeface="Times New Roman" charset="0"/>
              </a:rPr>
              <a:t>c</a:t>
            </a:r>
            <a:r>
              <a:rPr lang="en-US" sz="1600">
                <a:latin typeface="Times New Roman" charset="0"/>
              </a:rPr>
              <a:t>, then a left rotation about </a:t>
            </a:r>
            <a:r>
              <a:rPr lang="en-US" sz="1600" i="1">
                <a:latin typeface="Times New Roman" charset="0"/>
              </a:rPr>
              <a:t>a</a:t>
            </a:r>
            <a:r>
              <a:rPr lang="en-US" sz="1600">
                <a:latin typeface="Times New Roman" charset="0"/>
              </a:rPr>
              <a:t>)</a:t>
            </a:r>
          </a:p>
        </p:txBody>
      </p:sp>
      <p:sp>
        <p:nvSpPr>
          <p:cNvPr id="45068" name="Text Box 68"/>
          <p:cNvSpPr txBox="1">
            <a:spLocks noChangeArrowheads="1"/>
          </p:cNvSpPr>
          <p:nvPr/>
        </p:nvSpPr>
        <p:spPr bwMode="auto">
          <a:xfrm>
            <a:off x="2514600" y="2438400"/>
            <a:ext cx="190500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800">
                <a:latin typeface="Times New Roman" charset="0"/>
              </a:rPr>
              <a:t>(other two cases are symmetrical)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228600"/>
            <a:ext cx="7772400" cy="838200"/>
          </a:xfrm>
        </p:spPr>
        <p:txBody>
          <a:bodyPr/>
          <a:lstStyle/>
          <a:p>
            <a:r>
              <a:rPr lang="en-US" smtClean="0"/>
              <a:t>Insertion Example, continued</a:t>
            </a:r>
          </a:p>
        </p:txBody>
      </p:sp>
      <p:pic>
        <p:nvPicPr>
          <p:cNvPr id="46083" name="Picture 3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/>
          <a:srcRect/>
          <a:stretch>
            <a:fillRect/>
          </a:stretch>
        </p:blipFill>
        <p:spPr>
          <a:xfrm>
            <a:off x="1600200" y="1295400"/>
            <a:ext cx="4572000" cy="2530475"/>
          </a:xfrm>
        </p:spPr>
      </p:pic>
      <p:sp>
        <p:nvSpPr>
          <p:cNvPr id="46084" name="Line 4"/>
          <p:cNvSpPr>
            <a:spLocks noChangeShapeType="1"/>
          </p:cNvSpPr>
          <p:nvPr/>
        </p:nvSpPr>
        <p:spPr bwMode="auto">
          <a:xfrm>
            <a:off x="5438775" y="5845175"/>
            <a:ext cx="9525" cy="87313"/>
          </a:xfrm>
          <a:prstGeom prst="line">
            <a:avLst/>
          </a:prstGeom>
          <a:noFill/>
          <a:ln w="11113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6085" name="Freeform 5"/>
          <p:cNvSpPr>
            <a:spLocks/>
          </p:cNvSpPr>
          <p:nvPr/>
        </p:nvSpPr>
        <p:spPr bwMode="auto">
          <a:xfrm>
            <a:off x="5459413" y="5997575"/>
            <a:ext cx="55562" cy="53975"/>
          </a:xfrm>
          <a:custGeom>
            <a:avLst/>
            <a:gdLst>
              <a:gd name="T0" fmla="*/ 0 w 35"/>
              <a:gd name="T1" fmla="*/ 0 h 34"/>
              <a:gd name="T2" fmla="*/ 0 w 35"/>
              <a:gd name="T3" fmla="*/ 2147483647 h 34"/>
              <a:gd name="T4" fmla="*/ 2147483647 w 35"/>
              <a:gd name="T5" fmla="*/ 2147483647 h 34"/>
              <a:gd name="T6" fmla="*/ 2147483647 w 35"/>
              <a:gd name="T7" fmla="*/ 2147483647 h 34"/>
              <a:gd name="T8" fmla="*/ 0 60000 65536"/>
              <a:gd name="T9" fmla="*/ 0 60000 65536"/>
              <a:gd name="T10" fmla="*/ 0 60000 65536"/>
              <a:gd name="T11" fmla="*/ 0 60000 65536"/>
              <a:gd name="T12" fmla="*/ 0 w 35"/>
              <a:gd name="T13" fmla="*/ 0 h 34"/>
              <a:gd name="T14" fmla="*/ 35 w 35"/>
              <a:gd name="T15" fmla="*/ 34 h 34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5" h="34">
                <a:moveTo>
                  <a:pt x="0" y="0"/>
                </a:moveTo>
                <a:lnTo>
                  <a:pt x="0" y="14"/>
                </a:lnTo>
                <a:lnTo>
                  <a:pt x="21" y="34"/>
                </a:lnTo>
                <a:lnTo>
                  <a:pt x="35" y="34"/>
                </a:lnTo>
              </a:path>
            </a:pathLst>
          </a:custGeom>
          <a:noFill/>
          <a:ln w="11113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6086" name="Freeform 6"/>
          <p:cNvSpPr>
            <a:spLocks/>
          </p:cNvSpPr>
          <p:nvPr/>
        </p:nvSpPr>
        <p:spPr bwMode="auto">
          <a:xfrm>
            <a:off x="5580063" y="6073775"/>
            <a:ext cx="87312" cy="1588"/>
          </a:xfrm>
          <a:custGeom>
            <a:avLst/>
            <a:gdLst>
              <a:gd name="T0" fmla="*/ 0 w 55"/>
              <a:gd name="T1" fmla="*/ 0 h 1588"/>
              <a:gd name="T2" fmla="*/ 2147483647 w 55"/>
              <a:gd name="T3" fmla="*/ 0 h 1588"/>
              <a:gd name="T4" fmla="*/ 2147483647 w 55"/>
              <a:gd name="T5" fmla="*/ 0 h 1588"/>
              <a:gd name="T6" fmla="*/ 0 60000 65536"/>
              <a:gd name="T7" fmla="*/ 0 60000 65536"/>
              <a:gd name="T8" fmla="*/ 0 60000 65536"/>
              <a:gd name="T9" fmla="*/ 0 w 55"/>
              <a:gd name="T10" fmla="*/ 0 h 1588"/>
              <a:gd name="T11" fmla="*/ 55 w 55"/>
              <a:gd name="T12" fmla="*/ 1588 h 158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55" h="1588">
                <a:moveTo>
                  <a:pt x="0" y="0"/>
                </a:moveTo>
                <a:lnTo>
                  <a:pt x="28" y="0"/>
                </a:lnTo>
                <a:lnTo>
                  <a:pt x="55" y="0"/>
                </a:lnTo>
              </a:path>
            </a:pathLst>
          </a:custGeom>
          <a:noFill/>
          <a:ln w="11113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6087" name="Line 7"/>
          <p:cNvSpPr>
            <a:spLocks noChangeShapeType="1"/>
          </p:cNvSpPr>
          <p:nvPr/>
        </p:nvSpPr>
        <p:spPr bwMode="auto">
          <a:xfrm>
            <a:off x="5734050" y="6084888"/>
            <a:ext cx="98425" cy="1587"/>
          </a:xfrm>
          <a:prstGeom prst="line">
            <a:avLst/>
          </a:prstGeom>
          <a:noFill/>
          <a:ln w="11113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6088" name="Line 8"/>
          <p:cNvSpPr>
            <a:spLocks noChangeShapeType="1"/>
          </p:cNvSpPr>
          <p:nvPr/>
        </p:nvSpPr>
        <p:spPr bwMode="auto">
          <a:xfrm>
            <a:off x="5897563" y="6084888"/>
            <a:ext cx="87312" cy="1587"/>
          </a:xfrm>
          <a:prstGeom prst="line">
            <a:avLst/>
          </a:prstGeom>
          <a:noFill/>
          <a:ln w="11113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6089" name="Freeform 9"/>
          <p:cNvSpPr>
            <a:spLocks/>
          </p:cNvSpPr>
          <p:nvPr/>
        </p:nvSpPr>
        <p:spPr bwMode="auto">
          <a:xfrm>
            <a:off x="6049963" y="6073775"/>
            <a:ext cx="87312" cy="1588"/>
          </a:xfrm>
          <a:custGeom>
            <a:avLst/>
            <a:gdLst>
              <a:gd name="T0" fmla="*/ 0 w 55"/>
              <a:gd name="T1" fmla="*/ 0 h 1588"/>
              <a:gd name="T2" fmla="*/ 2147483647 w 55"/>
              <a:gd name="T3" fmla="*/ 0 h 1588"/>
              <a:gd name="T4" fmla="*/ 2147483647 w 55"/>
              <a:gd name="T5" fmla="*/ 0 h 1588"/>
              <a:gd name="T6" fmla="*/ 0 60000 65536"/>
              <a:gd name="T7" fmla="*/ 0 60000 65536"/>
              <a:gd name="T8" fmla="*/ 0 60000 65536"/>
              <a:gd name="T9" fmla="*/ 0 w 55"/>
              <a:gd name="T10" fmla="*/ 0 h 1588"/>
              <a:gd name="T11" fmla="*/ 55 w 55"/>
              <a:gd name="T12" fmla="*/ 1588 h 158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55" h="1588">
                <a:moveTo>
                  <a:pt x="0" y="0"/>
                </a:moveTo>
                <a:lnTo>
                  <a:pt x="42" y="0"/>
                </a:lnTo>
                <a:lnTo>
                  <a:pt x="55" y="0"/>
                </a:lnTo>
              </a:path>
            </a:pathLst>
          </a:custGeom>
          <a:noFill/>
          <a:ln w="11113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6090" name="Freeform 10"/>
          <p:cNvSpPr>
            <a:spLocks/>
          </p:cNvSpPr>
          <p:nvPr/>
        </p:nvSpPr>
        <p:spPr bwMode="auto">
          <a:xfrm>
            <a:off x="6203950" y="6019800"/>
            <a:ext cx="76200" cy="42863"/>
          </a:xfrm>
          <a:custGeom>
            <a:avLst/>
            <a:gdLst>
              <a:gd name="T0" fmla="*/ 0 w 48"/>
              <a:gd name="T1" fmla="*/ 2147483647 h 27"/>
              <a:gd name="T2" fmla="*/ 2147483647 w 48"/>
              <a:gd name="T3" fmla="*/ 2147483647 h 27"/>
              <a:gd name="T4" fmla="*/ 2147483647 w 48"/>
              <a:gd name="T5" fmla="*/ 2147483647 h 27"/>
              <a:gd name="T6" fmla="*/ 2147483647 w 48"/>
              <a:gd name="T7" fmla="*/ 0 h 27"/>
              <a:gd name="T8" fmla="*/ 0 60000 65536"/>
              <a:gd name="T9" fmla="*/ 0 60000 65536"/>
              <a:gd name="T10" fmla="*/ 0 60000 65536"/>
              <a:gd name="T11" fmla="*/ 0 60000 65536"/>
              <a:gd name="T12" fmla="*/ 0 w 48"/>
              <a:gd name="T13" fmla="*/ 0 h 27"/>
              <a:gd name="T14" fmla="*/ 48 w 48"/>
              <a:gd name="T15" fmla="*/ 27 h 27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48" h="27">
                <a:moveTo>
                  <a:pt x="0" y="27"/>
                </a:moveTo>
                <a:lnTo>
                  <a:pt x="27" y="20"/>
                </a:lnTo>
                <a:lnTo>
                  <a:pt x="48" y="7"/>
                </a:lnTo>
                <a:lnTo>
                  <a:pt x="48" y="0"/>
                </a:lnTo>
              </a:path>
            </a:pathLst>
          </a:custGeom>
          <a:noFill/>
          <a:ln w="11113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6091" name="Line 11"/>
          <p:cNvSpPr>
            <a:spLocks noChangeShapeType="1"/>
          </p:cNvSpPr>
          <p:nvPr/>
        </p:nvSpPr>
        <p:spPr bwMode="auto">
          <a:xfrm flipV="1">
            <a:off x="6302375" y="5876925"/>
            <a:ext cx="20638" cy="87313"/>
          </a:xfrm>
          <a:prstGeom prst="line">
            <a:avLst/>
          </a:prstGeom>
          <a:noFill/>
          <a:ln w="11113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6092" name="Freeform 12"/>
          <p:cNvSpPr>
            <a:spLocks/>
          </p:cNvSpPr>
          <p:nvPr/>
        </p:nvSpPr>
        <p:spPr bwMode="auto">
          <a:xfrm>
            <a:off x="6323013" y="5713413"/>
            <a:ext cx="11112" cy="87312"/>
          </a:xfrm>
          <a:custGeom>
            <a:avLst/>
            <a:gdLst>
              <a:gd name="T0" fmla="*/ 0 w 7"/>
              <a:gd name="T1" fmla="*/ 2147483647 h 55"/>
              <a:gd name="T2" fmla="*/ 2147483647 w 7"/>
              <a:gd name="T3" fmla="*/ 2147483647 h 55"/>
              <a:gd name="T4" fmla="*/ 0 w 7"/>
              <a:gd name="T5" fmla="*/ 0 h 55"/>
              <a:gd name="T6" fmla="*/ 0 60000 65536"/>
              <a:gd name="T7" fmla="*/ 0 60000 65536"/>
              <a:gd name="T8" fmla="*/ 0 60000 65536"/>
              <a:gd name="T9" fmla="*/ 0 w 7"/>
              <a:gd name="T10" fmla="*/ 0 h 55"/>
              <a:gd name="T11" fmla="*/ 7 w 7"/>
              <a:gd name="T12" fmla="*/ 55 h 5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7" h="55">
                <a:moveTo>
                  <a:pt x="0" y="55"/>
                </a:moveTo>
                <a:lnTo>
                  <a:pt x="7" y="21"/>
                </a:lnTo>
                <a:lnTo>
                  <a:pt x="0" y="0"/>
                </a:lnTo>
              </a:path>
            </a:pathLst>
          </a:custGeom>
          <a:noFill/>
          <a:ln w="11113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6093" name="Freeform 13"/>
          <p:cNvSpPr>
            <a:spLocks/>
          </p:cNvSpPr>
          <p:nvPr/>
        </p:nvSpPr>
        <p:spPr bwMode="auto">
          <a:xfrm>
            <a:off x="6269038" y="5570538"/>
            <a:ext cx="44450" cy="77787"/>
          </a:xfrm>
          <a:custGeom>
            <a:avLst/>
            <a:gdLst>
              <a:gd name="T0" fmla="*/ 2147483647 w 28"/>
              <a:gd name="T1" fmla="*/ 2147483647 h 49"/>
              <a:gd name="T2" fmla="*/ 2147483647 w 28"/>
              <a:gd name="T3" fmla="*/ 2147483647 h 49"/>
              <a:gd name="T4" fmla="*/ 0 w 28"/>
              <a:gd name="T5" fmla="*/ 0 h 49"/>
              <a:gd name="T6" fmla="*/ 0 60000 65536"/>
              <a:gd name="T7" fmla="*/ 0 60000 65536"/>
              <a:gd name="T8" fmla="*/ 0 60000 65536"/>
              <a:gd name="T9" fmla="*/ 0 w 28"/>
              <a:gd name="T10" fmla="*/ 0 h 49"/>
              <a:gd name="T11" fmla="*/ 28 w 28"/>
              <a:gd name="T12" fmla="*/ 49 h 49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8" h="49">
                <a:moveTo>
                  <a:pt x="28" y="49"/>
                </a:moveTo>
                <a:lnTo>
                  <a:pt x="28" y="49"/>
                </a:lnTo>
                <a:lnTo>
                  <a:pt x="0" y="0"/>
                </a:lnTo>
              </a:path>
            </a:pathLst>
          </a:custGeom>
          <a:noFill/>
          <a:ln w="11113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6094" name="Line 14"/>
          <p:cNvSpPr>
            <a:spLocks noChangeShapeType="1"/>
          </p:cNvSpPr>
          <p:nvPr/>
        </p:nvSpPr>
        <p:spPr bwMode="auto">
          <a:xfrm flipH="1" flipV="1">
            <a:off x="6192838" y="5440363"/>
            <a:ext cx="42862" cy="76200"/>
          </a:xfrm>
          <a:prstGeom prst="line">
            <a:avLst/>
          </a:prstGeom>
          <a:noFill/>
          <a:ln w="11113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6095" name="Line 15"/>
          <p:cNvSpPr>
            <a:spLocks noChangeShapeType="1"/>
          </p:cNvSpPr>
          <p:nvPr/>
        </p:nvSpPr>
        <p:spPr bwMode="auto">
          <a:xfrm flipH="1" flipV="1">
            <a:off x="6105525" y="5308600"/>
            <a:ext cx="53975" cy="76200"/>
          </a:xfrm>
          <a:prstGeom prst="line">
            <a:avLst/>
          </a:prstGeom>
          <a:noFill/>
          <a:ln w="11113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6096" name="Line 16"/>
          <p:cNvSpPr>
            <a:spLocks noChangeShapeType="1"/>
          </p:cNvSpPr>
          <p:nvPr/>
        </p:nvSpPr>
        <p:spPr bwMode="auto">
          <a:xfrm flipH="1" flipV="1">
            <a:off x="6018213" y="5176838"/>
            <a:ext cx="53975" cy="77787"/>
          </a:xfrm>
          <a:prstGeom prst="line">
            <a:avLst/>
          </a:prstGeom>
          <a:noFill/>
          <a:ln w="11113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6097" name="Freeform 17"/>
          <p:cNvSpPr>
            <a:spLocks/>
          </p:cNvSpPr>
          <p:nvPr/>
        </p:nvSpPr>
        <p:spPr bwMode="auto">
          <a:xfrm>
            <a:off x="5908675" y="5068888"/>
            <a:ext cx="65088" cy="53975"/>
          </a:xfrm>
          <a:custGeom>
            <a:avLst/>
            <a:gdLst>
              <a:gd name="T0" fmla="*/ 2147483647 w 41"/>
              <a:gd name="T1" fmla="*/ 2147483647 h 34"/>
              <a:gd name="T2" fmla="*/ 2147483647 w 41"/>
              <a:gd name="T3" fmla="*/ 2147483647 h 34"/>
              <a:gd name="T4" fmla="*/ 0 w 41"/>
              <a:gd name="T5" fmla="*/ 0 h 34"/>
              <a:gd name="T6" fmla="*/ 0 60000 65536"/>
              <a:gd name="T7" fmla="*/ 0 60000 65536"/>
              <a:gd name="T8" fmla="*/ 0 60000 65536"/>
              <a:gd name="T9" fmla="*/ 0 w 41"/>
              <a:gd name="T10" fmla="*/ 0 h 34"/>
              <a:gd name="T11" fmla="*/ 41 w 41"/>
              <a:gd name="T12" fmla="*/ 34 h 3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1" h="34">
                <a:moveTo>
                  <a:pt x="41" y="34"/>
                </a:moveTo>
                <a:lnTo>
                  <a:pt x="34" y="27"/>
                </a:lnTo>
                <a:lnTo>
                  <a:pt x="0" y="0"/>
                </a:lnTo>
              </a:path>
            </a:pathLst>
          </a:custGeom>
          <a:noFill/>
          <a:ln w="11113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6098" name="Freeform 18"/>
          <p:cNvSpPr>
            <a:spLocks/>
          </p:cNvSpPr>
          <p:nvPr/>
        </p:nvSpPr>
        <p:spPr bwMode="auto">
          <a:xfrm>
            <a:off x="5765800" y="5046663"/>
            <a:ext cx="76200" cy="42862"/>
          </a:xfrm>
          <a:custGeom>
            <a:avLst/>
            <a:gdLst>
              <a:gd name="T0" fmla="*/ 2147483647 w 48"/>
              <a:gd name="T1" fmla="*/ 0 h 27"/>
              <a:gd name="T2" fmla="*/ 2147483647 w 48"/>
              <a:gd name="T3" fmla="*/ 2147483647 h 27"/>
              <a:gd name="T4" fmla="*/ 0 w 48"/>
              <a:gd name="T5" fmla="*/ 2147483647 h 27"/>
              <a:gd name="T6" fmla="*/ 0 60000 65536"/>
              <a:gd name="T7" fmla="*/ 0 60000 65536"/>
              <a:gd name="T8" fmla="*/ 0 60000 65536"/>
              <a:gd name="T9" fmla="*/ 0 w 48"/>
              <a:gd name="T10" fmla="*/ 0 h 27"/>
              <a:gd name="T11" fmla="*/ 48 w 48"/>
              <a:gd name="T12" fmla="*/ 27 h 2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8" h="27">
                <a:moveTo>
                  <a:pt x="48" y="0"/>
                </a:moveTo>
                <a:lnTo>
                  <a:pt x="14" y="14"/>
                </a:lnTo>
                <a:lnTo>
                  <a:pt x="0" y="27"/>
                </a:lnTo>
              </a:path>
            </a:pathLst>
          </a:custGeom>
          <a:noFill/>
          <a:ln w="11113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6099" name="Line 19"/>
          <p:cNvSpPr>
            <a:spLocks noChangeShapeType="1"/>
          </p:cNvSpPr>
          <p:nvPr/>
        </p:nvSpPr>
        <p:spPr bwMode="auto">
          <a:xfrm flipH="1">
            <a:off x="5667375" y="5133975"/>
            <a:ext cx="55563" cy="76200"/>
          </a:xfrm>
          <a:prstGeom prst="line">
            <a:avLst/>
          </a:prstGeom>
          <a:noFill/>
          <a:ln w="11113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6100" name="Freeform 20"/>
          <p:cNvSpPr>
            <a:spLocks/>
          </p:cNvSpPr>
          <p:nvPr/>
        </p:nvSpPr>
        <p:spPr bwMode="auto">
          <a:xfrm>
            <a:off x="5580063" y="5264150"/>
            <a:ext cx="55562" cy="77788"/>
          </a:xfrm>
          <a:custGeom>
            <a:avLst/>
            <a:gdLst>
              <a:gd name="T0" fmla="*/ 2147483647 w 35"/>
              <a:gd name="T1" fmla="*/ 0 h 49"/>
              <a:gd name="T2" fmla="*/ 2147483647 w 35"/>
              <a:gd name="T3" fmla="*/ 2147483647 h 49"/>
              <a:gd name="T4" fmla="*/ 0 w 35"/>
              <a:gd name="T5" fmla="*/ 2147483647 h 49"/>
              <a:gd name="T6" fmla="*/ 0 60000 65536"/>
              <a:gd name="T7" fmla="*/ 0 60000 65536"/>
              <a:gd name="T8" fmla="*/ 0 60000 65536"/>
              <a:gd name="T9" fmla="*/ 0 w 35"/>
              <a:gd name="T10" fmla="*/ 0 h 49"/>
              <a:gd name="T11" fmla="*/ 35 w 35"/>
              <a:gd name="T12" fmla="*/ 49 h 49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5" h="49">
                <a:moveTo>
                  <a:pt x="35" y="0"/>
                </a:moveTo>
                <a:lnTo>
                  <a:pt x="14" y="28"/>
                </a:lnTo>
                <a:lnTo>
                  <a:pt x="0" y="49"/>
                </a:lnTo>
              </a:path>
            </a:pathLst>
          </a:custGeom>
          <a:noFill/>
          <a:ln w="11113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6101" name="Line 21"/>
          <p:cNvSpPr>
            <a:spLocks noChangeShapeType="1"/>
          </p:cNvSpPr>
          <p:nvPr/>
        </p:nvSpPr>
        <p:spPr bwMode="auto">
          <a:xfrm flipH="1">
            <a:off x="5503863" y="5395913"/>
            <a:ext cx="42862" cy="76200"/>
          </a:xfrm>
          <a:prstGeom prst="line">
            <a:avLst/>
          </a:prstGeom>
          <a:noFill/>
          <a:ln w="11113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6102" name="Freeform 22"/>
          <p:cNvSpPr>
            <a:spLocks/>
          </p:cNvSpPr>
          <p:nvPr/>
        </p:nvSpPr>
        <p:spPr bwMode="auto">
          <a:xfrm>
            <a:off x="5438775" y="5538788"/>
            <a:ext cx="31750" cy="76200"/>
          </a:xfrm>
          <a:custGeom>
            <a:avLst/>
            <a:gdLst>
              <a:gd name="T0" fmla="*/ 2147483647 w 20"/>
              <a:gd name="T1" fmla="*/ 0 h 48"/>
              <a:gd name="T2" fmla="*/ 0 w 20"/>
              <a:gd name="T3" fmla="*/ 2147483647 h 48"/>
              <a:gd name="T4" fmla="*/ 0 w 20"/>
              <a:gd name="T5" fmla="*/ 2147483647 h 48"/>
              <a:gd name="T6" fmla="*/ 0 60000 65536"/>
              <a:gd name="T7" fmla="*/ 0 60000 65536"/>
              <a:gd name="T8" fmla="*/ 0 60000 65536"/>
              <a:gd name="T9" fmla="*/ 0 w 20"/>
              <a:gd name="T10" fmla="*/ 0 h 48"/>
              <a:gd name="T11" fmla="*/ 20 w 20"/>
              <a:gd name="T12" fmla="*/ 48 h 4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0" h="48">
                <a:moveTo>
                  <a:pt x="20" y="0"/>
                </a:moveTo>
                <a:lnTo>
                  <a:pt x="0" y="41"/>
                </a:lnTo>
                <a:lnTo>
                  <a:pt x="0" y="48"/>
                </a:lnTo>
              </a:path>
            </a:pathLst>
          </a:custGeom>
          <a:noFill/>
          <a:ln w="11113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6103" name="Line 23"/>
          <p:cNvSpPr>
            <a:spLocks noChangeShapeType="1"/>
          </p:cNvSpPr>
          <p:nvPr/>
        </p:nvSpPr>
        <p:spPr bwMode="auto">
          <a:xfrm>
            <a:off x="5438775" y="5691188"/>
            <a:ext cx="1588" cy="87312"/>
          </a:xfrm>
          <a:prstGeom prst="line">
            <a:avLst/>
          </a:prstGeom>
          <a:noFill/>
          <a:ln w="11113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6104" name="Freeform 24"/>
          <p:cNvSpPr>
            <a:spLocks/>
          </p:cNvSpPr>
          <p:nvPr/>
        </p:nvSpPr>
        <p:spPr bwMode="auto">
          <a:xfrm>
            <a:off x="6400800" y="5046663"/>
            <a:ext cx="885825" cy="1038225"/>
          </a:xfrm>
          <a:custGeom>
            <a:avLst/>
            <a:gdLst>
              <a:gd name="T0" fmla="*/ 0 w 558"/>
              <a:gd name="T1" fmla="*/ 2147483647 h 654"/>
              <a:gd name="T2" fmla="*/ 0 w 558"/>
              <a:gd name="T3" fmla="*/ 2147483647 h 654"/>
              <a:gd name="T4" fmla="*/ 2147483647 w 558"/>
              <a:gd name="T5" fmla="*/ 2147483647 h 654"/>
              <a:gd name="T6" fmla="*/ 2147483647 w 558"/>
              <a:gd name="T7" fmla="*/ 2147483647 h 654"/>
              <a:gd name="T8" fmla="*/ 2147483647 w 558"/>
              <a:gd name="T9" fmla="*/ 2147483647 h 654"/>
              <a:gd name="T10" fmla="*/ 2147483647 w 558"/>
              <a:gd name="T11" fmla="*/ 2147483647 h 654"/>
              <a:gd name="T12" fmla="*/ 2147483647 w 558"/>
              <a:gd name="T13" fmla="*/ 2147483647 h 654"/>
              <a:gd name="T14" fmla="*/ 2147483647 w 558"/>
              <a:gd name="T15" fmla="*/ 2147483647 h 654"/>
              <a:gd name="T16" fmla="*/ 2147483647 w 558"/>
              <a:gd name="T17" fmla="*/ 2147483647 h 654"/>
              <a:gd name="T18" fmla="*/ 2147483647 w 558"/>
              <a:gd name="T19" fmla="*/ 2147483647 h 654"/>
              <a:gd name="T20" fmla="*/ 2147483647 w 558"/>
              <a:gd name="T21" fmla="*/ 2147483647 h 654"/>
              <a:gd name="T22" fmla="*/ 2147483647 w 558"/>
              <a:gd name="T23" fmla="*/ 2147483647 h 654"/>
              <a:gd name="T24" fmla="*/ 2147483647 w 558"/>
              <a:gd name="T25" fmla="*/ 2147483647 h 654"/>
              <a:gd name="T26" fmla="*/ 2147483647 w 558"/>
              <a:gd name="T27" fmla="*/ 2147483647 h 654"/>
              <a:gd name="T28" fmla="*/ 2147483647 w 558"/>
              <a:gd name="T29" fmla="*/ 2147483647 h 654"/>
              <a:gd name="T30" fmla="*/ 2147483647 w 558"/>
              <a:gd name="T31" fmla="*/ 2147483647 h 654"/>
              <a:gd name="T32" fmla="*/ 2147483647 w 558"/>
              <a:gd name="T33" fmla="*/ 0 h 654"/>
              <a:gd name="T34" fmla="*/ 2147483647 w 558"/>
              <a:gd name="T35" fmla="*/ 2147483647 h 654"/>
              <a:gd name="T36" fmla="*/ 2147483647 w 558"/>
              <a:gd name="T37" fmla="*/ 2147483647 h 654"/>
              <a:gd name="T38" fmla="*/ 2147483647 w 558"/>
              <a:gd name="T39" fmla="*/ 2147483647 h 654"/>
              <a:gd name="T40" fmla="*/ 2147483647 w 558"/>
              <a:gd name="T41" fmla="*/ 2147483647 h 654"/>
              <a:gd name="T42" fmla="*/ 0 w 558"/>
              <a:gd name="T43" fmla="*/ 2147483647 h 654"/>
              <a:gd name="T44" fmla="*/ 0 w 558"/>
              <a:gd name="T45" fmla="*/ 2147483647 h 654"/>
              <a:gd name="T46" fmla="*/ 0 w 558"/>
              <a:gd name="T47" fmla="*/ 2147483647 h 654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w 558"/>
              <a:gd name="T73" fmla="*/ 0 h 654"/>
              <a:gd name="T74" fmla="*/ 558 w 558"/>
              <a:gd name="T75" fmla="*/ 654 h 654"/>
            </a:gdLst>
            <a:ahLst/>
            <a:cxnLst>
              <a:cxn ang="T48">
                <a:pos x="T0" y="T1"/>
              </a:cxn>
              <a:cxn ang="T49">
                <a:pos x="T2" y="T3"/>
              </a:cxn>
              <a:cxn ang="T50">
                <a:pos x="T4" y="T5"/>
              </a:cxn>
              <a:cxn ang="T51">
                <a:pos x="T6" y="T7"/>
              </a:cxn>
              <a:cxn ang="T52">
                <a:pos x="T8" y="T9"/>
              </a:cxn>
              <a:cxn ang="T53">
                <a:pos x="T10" y="T11"/>
              </a:cxn>
              <a:cxn ang="T54">
                <a:pos x="T12" y="T13"/>
              </a:cxn>
              <a:cxn ang="T55">
                <a:pos x="T14" y="T15"/>
              </a:cxn>
              <a:cxn ang="T56">
                <a:pos x="T16" y="T17"/>
              </a:cxn>
              <a:cxn ang="T57">
                <a:pos x="T18" y="T19"/>
              </a:cxn>
              <a:cxn ang="T58">
                <a:pos x="T20" y="T21"/>
              </a:cxn>
              <a:cxn ang="T59">
                <a:pos x="T22" y="T23"/>
              </a:cxn>
              <a:cxn ang="T60">
                <a:pos x="T24" y="T25"/>
              </a:cxn>
              <a:cxn ang="T61">
                <a:pos x="T26" y="T27"/>
              </a:cxn>
              <a:cxn ang="T62">
                <a:pos x="T28" y="T29"/>
              </a:cxn>
              <a:cxn ang="T63">
                <a:pos x="T30" y="T31"/>
              </a:cxn>
              <a:cxn ang="T64">
                <a:pos x="T32" y="T33"/>
              </a:cxn>
              <a:cxn ang="T65">
                <a:pos x="T34" y="T35"/>
              </a:cxn>
              <a:cxn ang="T66">
                <a:pos x="T36" y="T37"/>
              </a:cxn>
              <a:cxn ang="T67">
                <a:pos x="T38" y="T39"/>
              </a:cxn>
              <a:cxn ang="T68">
                <a:pos x="T40" y="T41"/>
              </a:cxn>
              <a:cxn ang="T69">
                <a:pos x="T42" y="T43"/>
              </a:cxn>
              <a:cxn ang="T70">
                <a:pos x="T44" y="T45"/>
              </a:cxn>
              <a:cxn ang="T71">
                <a:pos x="T46" y="T47"/>
              </a:cxn>
            </a:cxnLst>
            <a:rect l="T72" t="T73" r="T74" b="T75"/>
            <a:pathLst>
              <a:path w="558" h="654">
                <a:moveTo>
                  <a:pt x="0" y="503"/>
                </a:moveTo>
                <a:lnTo>
                  <a:pt x="0" y="585"/>
                </a:lnTo>
                <a:lnTo>
                  <a:pt x="13" y="613"/>
                </a:lnTo>
                <a:lnTo>
                  <a:pt x="27" y="633"/>
                </a:lnTo>
                <a:lnTo>
                  <a:pt x="110" y="647"/>
                </a:lnTo>
                <a:lnTo>
                  <a:pt x="268" y="654"/>
                </a:lnTo>
                <a:lnTo>
                  <a:pt x="420" y="647"/>
                </a:lnTo>
                <a:lnTo>
                  <a:pt x="502" y="633"/>
                </a:lnTo>
                <a:lnTo>
                  <a:pt x="523" y="620"/>
                </a:lnTo>
                <a:lnTo>
                  <a:pt x="537" y="599"/>
                </a:lnTo>
                <a:lnTo>
                  <a:pt x="551" y="523"/>
                </a:lnTo>
                <a:lnTo>
                  <a:pt x="558" y="441"/>
                </a:lnTo>
                <a:lnTo>
                  <a:pt x="544" y="379"/>
                </a:lnTo>
                <a:lnTo>
                  <a:pt x="413" y="165"/>
                </a:lnTo>
                <a:lnTo>
                  <a:pt x="323" y="41"/>
                </a:lnTo>
                <a:lnTo>
                  <a:pt x="282" y="7"/>
                </a:lnTo>
                <a:lnTo>
                  <a:pt x="248" y="0"/>
                </a:lnTo>
                <a:lnTo>
                  <a:pt x="220" y="14"/>
                </a:lnTo>
                <a:lnTo>
                  <a:pt x="186" y="41"/>
                </a:lnTo>
                <a:lnTo>
                  <a:pt x="96" y="165"/>
                </a:lnTo>
                <a:lnTo>
                  <a:pt x="27" y="282"/>
                </a:lnTo>
                <a:lnTo>
                  <a:pt x="0" y="351"/>
                </a:lnTo>
                <a:lnTo>
                  <a:pt x="0" y="503"/>
                </a:lnTo>
                <a:close/>
              </a:path>
            </a:pathLst>
          </a:custGeom>
          <a:blipFill dpi="0" rotWithShape="0">
            <a:blip/>
            <a:srcRect/>
            <a:tile tx="0" ty="0" sx="100000" sy="100000" flip="none" algn="tl"/>
          </a:blip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6105" name="Line 25"/>
          <p:cNvSpPr>
            <a:spLocks noChangeShapeType="1"/>
          </p:cNvSpPr>
          <p:nvPr/>
        </p:nvSpPr>
        <p:spPr bwMode="auto">
          <a:xfrm>
            <a:off x="6400800" y="5845175"/>
            <a:ext cx="1588" cy="87313"/>
          </a:xfrm>
          <a:prstGeom prst="line">
            <a:avLst/>
          </a:prstGeom>
          <a:noFill/>
          <a:ln w="11113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6106" name="Freeform 26"/>
          <p:cNvSpPr>
            <a:spLocks/>
          </p:cNvSpPr>
          <p:nvPr/>
        </p:nvSpPr>
        <p:spPr bwMode="auto">
          <a:xfrm>
            <a:off x="6411913" y="5997575"/>
            <a:ext cx="53975" cy="53975"/>
          </a:xfrm>
          <a:custGeom>
            <a:avLst/>
            <a:gdLst>
              <a:gd name="T0" fmla="*/ 0 w 34"/>
              <a:gd name="T1" fmla="*/ 0 h 34"/>
              <a:gd name="T2" fmla="*/ 2147483647 w 34"/>
              <a:gd name="T3" fmla="*/ 2147483647 h 34"/>
              <a:gd name="T4" fmla="*/ 2147483647 w 34"/>
              <a:gd name="T5" fmla="*/ 2147483647 h 34"/>
              <a:gd name="T6" fmla="*/ 2147483647 w 34"/>
              <a:gd name="T7" fmla="*/ 2147483647 h 34"/>
              <a:gd name="T8" fmla="*/ 0 60000 65536"/>
              <a:gd name="T9" fmla="*/ 0 60000 65536"/>
              <a:gd name="T10" fmla="*/ 0 60000 65536"/>
              <a:gd name="T11" fmla="*/ 0 60000 65536"/>
              <a:gd name="T12" fmla="*/ 0 w 34"/>
              <a:gd name="T13" fmla="*/ 0 h 34"/>
              <a:gd name="T14" fmla="*/ 34 w 34"/>
              <a:gd name="T15" fmla="*/ 34 h 34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4" h="34">
                <a:moveTo>
                  <a:pt x="0" y="0"/>
                </a:moveTo>
                <a:lnTo>
                  <a:pt x="6" y="14"/>
                </a:lnTo>
                <a:lnTo>
                  <a:pt x="20" y="34"/>
                </a:lnTo>
                <a:lnTo>
                  <a:pt x="34" y="34"/>
                </a:lnTo>
              </a:path>
            </a:pathLst>
          </a:custGeom>
          <a:noFill/>
          <a:ln w="11113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6107" name="Freeform 27"/>
          <p:cNvSpPr>
            <a:spLocks/>
          </p:cNvSpPr>
          <p:nvPr/>
        </p:nvSpPr>
        <p:spPr bwMode="auto">
          <a:xfrm>
            <a:off x="6530975" y="6073775"/>
            <a:ext cx="87313" cy="1588"/>
          </a:xfrm>
          <a:custGeom>
            <a:avLst/>
            <a:gdLst>
              <a:gd name="T0" fmla="*/ 0 w 55"/>
              <a:gd name="T1" fmla="*/ 0 h 1588"/>
              <a:gd name="T2" fmla="*/ 2147483647 w 55"/>
              <a:gd name="T3" fmla="*/ 0 h 1588"/>
              <a:gd name="T4" fmla="*/ 2147483647 w 55"/>
              <a:gd name="T5" fmla="*/ 0 h 1588"/>
              <a:gd name="T6" fmla="*/ 0 60000 65536"/>
              <a:gd name="T7" fmla="*/ 0 60000 65536"/>
              <a:gd name="T8" fmla="*/ 0 60000 65536"/>
              <a:gd name="T9" fmla="*/ 0 w 55"/>
              <a:gd name="T10" fmla="*/ 0 h 1588"/>
              <a:gd name="T11" fmla="*/ 55 w 55"/>
              <a:gd name="T12" fmla="*/ 1588 h 158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55" h="1588">
                <a:moveTo>
                  <a:pt x="0" y="0"/>
                </a:moveTo>
                <a:lnTo>
                  <a:pt x="28" y="0"/>
                </a:lnTo>
                <a:lnTo>
                  <a:pt x="55" y="0"/>
                </a:lnTo>
              </a:path>
            </a:pathLst>
          </a:custGeom>
          <a:noFill/>
          <a:ln w="11113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6108" name="Line 28"/>
          <p:cNvSpPr>
            <a:spLocks noChangeShapeType="1"/>
          </p:cNvSpPr>
          <p:nvPr/>
        </p:nvSpPr>
        <p:spPr bwMode="auto">
          <a:xfrm>
            <a:off x="6696075" y="6084888"/>
            <a:ext cx="87313" cy="1587"/>
          </a:xfrm>
          <a:prstGeom prst="line">
            <a:avLst/>
          </a:prstGeom>
          <a:noFill/>
          <a:ln w="11113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6109" name="Line 29"/>
          <p:cNvSpPr>
            <a:spLocks noChangeShapeType="1"/>
          </p:cNvSpPr>
          <p:nvPr/>
        </p:nvSpPr>
        <p:spPr bwMode="auto">
          <a:xfrm>
            <a:off x="6848475" y="6084888"/>
            <a:ext cx="87313" cy="1587"/>
          </a:xfrm>
          <a:prstGeom prst="line">
            <a:avLst/>
          </a:prstGeom>
          <a:noFill/>
          <a:ln w="11113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6110" name="Freeform 30"/>
          <p:cNvSpPr>
            <a:spLocks/>
          </p:cNvSpPr>
          <p:nvPr/>
        </p:nvSpPr>
        <p:spPr bwMode="auto">
          <a:xfrm>
            <a:off x="7000875" y="6073775"/>
            <a:ext cx="88900" cy="1588"/>
          </a:xfrm>
          <a:custGeom>
            <a:avLst/>
            <a:gdLst>
              <a:gd name="T0" fmla="*/ 0 w 56"/>
              <a:gd name="T1" fmla="*/ 0 h 1588"/>
              <a:gd name="T2" fmla="*/ 2147483647 w 56"/>
              <a:gd name="T3" fmla="*/ 0 h 1588"/>
              <a:gd name="T4" fmla="*/ 2147483647 w 56"/>
              <a:gd name="T5" fmla="*/ 0 h 1588"/>
              <a:gd name="T6" fmla="*/ 0 60000 65536"/>
              <a:gd name="T7" fmla="*/ 0 60000 65536"/>
              <a:gd name="T8" fmla="*/ 0 60000 65536"/>
              <a:gd name="T9" fmla="*/ 0 w 56"/>
              <a:gd name="T10" fmla="*/ 0 h 1588"/>
              <a:gd name="T11" fmla="*/ 56 w 56"/>
              <a:gd name="T12" fmla="*/ 1588 h 158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56" h="1588">
                <a:moveTo>
                  <a:pt x="0" y="0"/>
                </a:moveTo>
                <a:lnTo>
                  <a:pt x="42" y="0"/>
                </a:lnTo>
                <a:lnTo>
                  <a:pt x="56" y="0"/>
                </a:lnTo>
              </a:path>
            </a:pathLst>
          </a:custGeom>
          <a:noFill/>
          <a:ln w="11113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6111" name="Freeform 31"/>
          <p:cNvSpPr>
            <a:spLocks/>
          </p:cNvSpPr>
          <p:nvPr/>
        </p:nvSpPr>
        <p:spPr bwMode="auto">
          <a:xfrm>
            <a:off x="7154863" y="6019800"/>
            <a:ext cx="76200" cy="42863"/>
          </a:xfrm>
          <a:custGeom>
            <a:avLst/>
            <a:gdLst>
              <a:gd name="T0" fmla="*/ 0 w 48"/>
              <a:gd name="T1" fmla="*/ 2147483647 h 27"/>
              <a:gd name="T2" fmla="*/ 2147483647 w 48"/>
              <a:gd name="T3" fmla="*/ 2147483647 h 27"/>
              <a:gd name="T4" fmla="*/ 2147483647 w 48"/>
              <a:gd name="T5" fmla="*/ 2147483647 h 27"/>
              <a:gd name="T6" fmla="*/ 2147483647 w 48"/>
              <a:gd name="T7" fmla="*/ 0 h 27"/>
              <a:gd name="T8" fmla="*/ 0 60000 65536"/>
              <a:gd name="T9" fmla="*/ 0 60000 65536"/>
              <a:gd name="T10" fmla="*/ 0 60000 65536"/>
              <a:gd name="T11" fmla="*/ 0 60000 65536"/>
              <a:gd name="T12" fmla="*/ 0 w 48"/>
              <a:gd name="T13" fmla="*/ 0 h 27"/>
              <a:gd name="T14" fmla="*/ 48 w 48"/>
              <a:gd name="T15" fmla="*/ 27 h 27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48" h="27">
                <a:moveTo>
                  <a:pt x="0" y="27"/>
                </a:moveTo>
                <a:lnTo>
                  <a:pt x="27" y="20"/>
                </a:lnTo>
                <a:lnTo>
                  <a:pt x="48" y="7"/>
                </a:lnTo>
                <a:lnTo>
                  <a:pt x="48" y="0"/>
                </a:lnTo>
              </a:path>
            </a:pathLst>
          </a:custGeom>
          <a:noFill/>
          <a:ln w="11113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6112" name="Line 32"/>
          <p:cNvSpPr>
            <a:spLocks noChangeShapeType="1"/>
          </p:cNvSpPr>
          <p:nvPr/>
        </p:nvSpPr>
        <p:spPr bwMode="auto">
          <a:xfrm flipV="1">
            <a:off x="7253288" y="5876925"/>
            <a:ext cx="22225" cy="87313"/>
          </a:xfrm>
          <a:prstGeom prst="line">
            <a:avLst/>
          </a:prstGeom>
          <a:noFill/>
          <a:ln w="11113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6113" name="Freeform 33"/>
          <p:cNvSpPr>
            <a:spLocks/>
          </p:cNvSpPr>
          <p:nvPr/>
        </p:nvSpPr>
        <p:spPr bwMode="auto">
          <a:xfrm>
            <a:off x="7286625" y="5713413"/>
            <a:ext cx="1588" cy="87312"/>
          </a:xfrm>
          <a:custGeom>
            <a:avLst/>
            <a:gdLst>
              <a:gd name="T0" fmla="*/ 0 w 1588"/>
              <a:gd name="T1" fmla="*/ 2147483647 h 55"/>
              <a:gd name="T2" fmla="*/ 0 w 1588"/>
              <a:gd name="T3" fmla="*/ 2147483647 h 55"/>
              <a:gd name="T4" fmla="*/ 0 w 1588"/>
              <a:gd name="T5" fmla="*/ 0 h 55"/>
              <a:gd name="T6" fmla="*/ 0 60000 65536"/>
              <a:gd name="T7" fmla="*/ 0 60000 65536"/>
              <a:gd name="T8" fmla="*/ 0 60000 65536"/>
              <a:gd name="T9" fmla="*/ 0 w 1588"/>
              <a:gd name="T10" fmla="*/ 0 h 55"/>
              <a:gd name="T11" fmla="*/ 1588 w 1588"/>
              <a:gd name="T12" fmla="*/ 55 h 5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588" h="55">
                <a:moveTo>
                  <a:pt x="0" y="55"/>
                </a:moveTo>
                <a:lnTo>
                  <a:pt x="0" y="21"/>
                </a:lnTo>
                <a:lnTo>
                  <a:pt x="0" y="0"/>
                </a:lnTo>
              </a:path>
            </a:pathLst>
          </a:custGeom>
          <a:noFill/>
          <a:ln w="11113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6114" name="Freeform 34"/>
          <p:cNvSpPr>
            <a:spLocks/>
          </p:cNvSpPr>
          <p:nvPr/>
        </p:nvSpPr>
        <p:spPr bwMode="auto">
          <a:xfrm>
            <a:off x="7219950" y="5570538"/>
            <a:ext cx="44450" cy="77787"/>
          </a:xfrm>
          <a:custGeom>
            <a:avLst/>
            <a:gdLst>
              <a:gd name="T0" fmla="*/ 2147483647 w 28"/>
              <a:gd name="T1" fmla="*/ 2147483647 h 49"/>
              <a:gd name="T2" fmla="*/ 2147483647 w 28"/>
              <a:gd name="T3" fmla="*/ 2147483647 h 49"/>
              <a:gd name="T4" fmla="*/ 0 w 28"/>
              <a:gd name="T5" fmla="*/ 0 h 49"/>
              <a:gd name="T6" fmla="*/ 0 60000 65536"/>
              <a:gd name="T7" fmla="*/ 0 60000 65536"/>
              <a:gd name="T8" fmla="*/ 0 60000 65536"/>
              <a:gd name="T9" fmla="*/ 0 w 28"/>
              <a:gd name="T10" fmla="*/ 0 h 49"/>
              <a:gd name="T11" fmla="*/ 28 w 28"/>
              <a:gd name="T12" fmla="*/ 49 h 49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8" h="49">
                <a:moveTo>
                  <a:pt x="28" y="49"/>
                </a:moveTo>
                <a:lnTo>
                  <a:pt x="28" y="49"/>
                </a:lnTo>
                <a:lnTo>
                  <a:pt x="0" y="0"/>
                </a:lnTo>
              </a:path>
            </a:pathLst>
          </a:custGeom>
          <a:noFill/>
          <a:ln w="11113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6115" name="Line 35"/>
          <p:cNvSpPr>
            <a:spLocks noChangeShapeType="1"/>
          </p:cNvSpPr>
          <p:nvPr/>
        </p:nvSpPr>
        <p:spPr bwMode="auto">
          <a:xfrm flipH="1" flipV="1">
            <a:off x="7143750" y="5440363"/>
            <a:ext cx="44450" cy="76200"/>
          </a:xfrm>
          <a:prstGeom prst="line">
            <a:avLst/>
          </a:prstGeom>
          <a:noFill/>
          <a:ln w="11113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6116" name="Line 36"/>
          <p:cNvSpPr>
            <a:spLocks noChangeShapeType="1"/>
          </p:cNvSpPr>
          <p:nvPr/>
        </p:nvSpPr>
        <p:spPr bwMode="auto">
          <a:xfrm flipH="1" flipV="1">
            <a:off x="7067550" y="5308600"/>
            <a:ext cx="42863" cy="76200"/>
          </a:xfrm>
          <a:prstGeom prst="line">
            <a:avLst/>
          </a:prstGeom>
          <a:noFill/>
          <a:ln w="11113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6117" name="Line 37"/>
          <p:cNvSpPr>
            <a:spLocks noChangeShapeType="1"/>
          </p:cNvSpPr>
          <p:nvPr/>
        </p:nvSpPr>
        <p:spPr bwMode="auto">
          <a:xfrm flipH="1" flipV="1">
            <a:off x="6969125" y="5176838"/>
            <a:ext cx="53975" cy="77787"/>
          </a:xfrm>
          <a:prstGeom prst="line">
            <a:avLst/>
          </a:prstGeom>
          <a:noFill/>
          <a:ln w="11113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6118" name="Freeform 38"/>
          <p:cNvSpPr>
            <a:spLocks/>
          </p:cNvSpPr>
          <p:nvPr/>
        </p:nvSpPr>
        <p:spPr bwMode="auto">
          <a:xfrm>
            <a:off x="6859588" y="5068888"/>
            <a:ext cx="65087" cy="53975"/>
          </a:xfrm>
          <a:custGeom>
            <a:avLst/>
            <a:gdLst>
              <a:gd name="T0" fmla="*/ 2147483647 w 41"/>
              <a:gd name="T1" fmla="*/ 2147483647 h 34"/>
              <a:gd name="T2" fmla="*/ 2147483647 w 41"/>
              <a:gd name="T3" fmla="*/ 2147483647 h 34"/>
              <a:gd name="T4" fmla="*/ 0 w 41"/>
              <a:gd name="T5" fmla="*/ 0 h 34"/>
              <a:gd name="T6" fmla="*/ 0 60000 65536"/>
              <a:gd name="T7" fmla="*/ 0 60000 65536"/>
              <a:gd name="T8" fmla="*/ 0 60000 65536"/>
              <a:gd name="T9" fmla="*/ 0 w 41"/>
              <a:gd name="T10" fmla="*/ 0 h 34"/>
              <a:gd name="T11" fmla="*/ 41 w 41"/>
              <a:gd name="T12" fmla="*/ 34 h 3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1" h="34">
                <a:moveTo>
                  <a:pt x="41" y="34"/>
                </a:moveTo>
                <a:lnTo>
                  <a:pt x="34" y="27"/>
                </a:lnTo>
                <a:lnTo>
                  <a:pt x="0" y="0"/>
                </a:lnTo>
              </a:path>
            </a:pathLst>
          </a:custGeom>
          <a:noFill/>
          <a:ln w="11113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6119" name="Freeform 39"/>
          <p:cNvSpPr>
            <a:spLocks/>
          </p:cNvSpPr>
          <p:nvPr/>
        </p:nvSpPr>
        <p:spPr bwMode="auto">
          <a:xfrm>
            <a:off x="6716713" y="5046663"/>
            <a:ext cx="77787" cy="42862"/>
          </a:xfrm>
          <a:custGeom>
            <a:avLst/>
            <a:gdLst>
              <a:gd name="T0" fmla="*/ 2147483647 w 49"/>
              <a:gd name="T1" fmla="*/ 0 h 27"/>
              <a:gd name="T2" fmla="*/ 2147483647 w 49"/>
              <a:gd name="T3" fmla="*/ 2147483647 h 27"/>
              <a:gd name="T4" fmla="*/ 0 w 49"/>
              <a:gd name="T5" fmla="*/ 2147483647 h 27"/>
              <a:gd name="T6" fmla="*/ 0 60000 65536"/>
              <a:gd name="T7" fmla="*/ 0 60000 65536"/>
              <a:gd name="T8" fmla="*/ 0 60000 65536"/>
              <a:gd name="T9" fmla="*/ 0 w 49"/>
              <a:gd name="T10" fmla="*/ 0 h 27"/>
              <a:gd name="T11" fmla="*/ 49 w 49"/>
              <a:gd name="T12" fmla="*/ 27 h 2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9" h="27">
                <a:moveTo>
                  <a:pt x="49" y="0"/>
                </a:moveTo>
                <a:lnTo>
                  <a:pt x="21" y="14"/>
                </a:lnTo>
                <a:lnTo>
                  <a:pt x="0" y="27"/>
                </a:lnTo>
              </a:path>
            </a:pathLst>
          </a:custGeom>
          <a:noFill/>
          <a:ln w="11113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6120" name="Line 40"/>
          <p:cNvSpPr>
            <a:spLocks noChangeShapeType="1"/>
          </p:cNvSpPr>
          <p:nvPr/>
        </p:nvSpPr>
        <p:spPr bwMode="auto">
          <a:xfrm flipH="1">
            <a:off x="6618288" y="5133975"/>
            <a:ext cx="55562" cy="76200"/>
          </a:xfrm>
          <a:prstGeom prst="line">
            <a:avLst/>
          </a:prstGeom>
          <a:noFill/>
          <a:ln w="11113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6121" name="Freeform 41"/>
          <p:cNvSpPr>
            <a:spLocks/>
          </p:cNvSpPr>
          <p:nvPr/>
        </p:nvSpPr>
        <p:spPr bwMode="auto">
          <a:xfrm>
            <a:off x="6530975" y="5264150"/>
            <a:ext cx="55563" cy="77788"/>
          </a:xfrm>
          <a:custGeom>
            <a:avLst/>
            <a:gdLst>
              <a:gd name="T0" fmla="*/ 2147483647 w 35"/>
              <a:gd name="T1" fmla="*/ 0 h 49"/>
              <a:gd name="T2" fmla="*/ 2147483647 w 35"/>
              <a:gd name="T3" fmla="*/ 2147483647 h 49"/>
              <a:gd name="T4" fmla="*/ 0 w 35"/>
              <a:gd name="T5" fmla="*/ 2147483647 h 49"/>
              <a:gd name="T6" fmla="*/ 0 60000 65536"/>
              <a:gd name="T7" fmla="*/ 0 60000 65536"/>
              <a:gd name="T8" fmla="*/ 0 60000 65536"/>
              <a:gd name="T9" fmla="*/ 0 w 35"/>
              <a:gd name="T10" fmla="*/ 0 h 49"/>
              <a:gd name="T11" fmla="*/ 35 w 35"/>
              <a:gd name="T12" fmla="*/ 49 h 49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5" h="49">
                <a:moveTo>
                  <a:pt x="35" y="0"/>
                </a:moveTo>
                <a:lnTo>
                  <a:pt x="14" y="28"/>
                </a:lnTo>
                <a:lnTo>
                  <a:pt x="0" y="49"/>
                </a:lnTo>
              </a:path>
            </a:pathLst>
          </a:custGeom>
          <a:noFill/>
          <a:ln w="11113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6122" name="Line 42"/>
          <p:cNvSpPr>
            <a:spLocks noChangeShapeType="1"/>
          </p:cNvSpPr>
          <p:nvPr/>
        </p:nvSpPr>
        <p:spPr bwMode="auto">
          <a:xfrm flipH="1">
            <a:off x="6454775" y="5395913"/>
            <a:ext cx="44450" cy="76200"/>
          </a:xfrm>
          <a:prstGeom prst="line">
            <a:avLst/>
          </a:prstGeom>
          <a:noFill/>
          <a:ln w="11113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6123" name="Freeform 43"/>
          <p:cNvSpPr>
            <a:spLocks/>
          </p:cNvSpPr>
          <p:nvPr/>
        </p:nvSpPr>
        <p:spPr bwMode="auto">
          <a:xfrm>
            <a:off x="6400800" y="5538788"/>
            <a:ext cx="20638" cy="76200"/>
          </a:xfrm>
          <a:custGeom>
            <a:avLst/>
            <a:gdLst>
              <a:gd name="T0" fmla="*/ 2147483647 w 13"/>
              <a:gd name="T1" fmla="*/ 0 h 48"/>
              <a:gd name="T2" fmla="*/ 0 w 13"/>
              <a:gd name="T3" fmla="*/ 2147483647 h 48"/>
              <a:gd name="T4" fmla="*/ 0 w 13"/>
              <a:gd name="T5" fmla="*/ 2147483647 h 48"/>
              <a:gd name="T6" fmla="*/ 0 60000 65536"/>
              <a:gd name="T7" fmla="*/ 0 60000 65536"/>
              <a:gd name="T8" fmla="*/ 0 60000 65536"/>
              <a:gd name="T9" fmla="*/ 0 w 13"/>
              <a:gd name="T10" fmla="*/ 0 h 48"/>
              <a:gd name="T11" fmla="*/ 13 w 13"/>
              <a:gd name="T12" fmla="*/ 48 h 4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3" h="48">
                <a:moveTo>
                  <a:pt x="13" y="0"/>
                </a:moveTo>
                <a:lnTo>
                  <a:pt x="0" y="41"/>
                </a:lnTo>
                <a:lnTo>
                  <a:pt x="0" y="48"/>
                </a:lnTo>
              </a:path>
            </a:pathLst>
          </a:custGeom>
          <a:noFill/>
          <a:ln w="11113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6124" name="Line 44"/>
          <p:cNvSpPr>
            <a:spLocks noChangeShapeType="1"/>
          </p:cNvSpPr>
          <p:nvPr/>
        </p:nvSpPr>
        <p:spPr bwMode="auto">
          <a:xfrm>
            <a:off x="6400800" y="5691188"/>
            <a:ext cx="1588" cy="87312"/>
          </a:xfrm>
          <a:prstGeom prst="line">
            <a:avLst/>
          </a:prstGeom>
          <a:noFill/>
          <a:ln w="11113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6125" name="Freeform 45"/>
          <p:cNvSpPr>
            <a:spLocks/>
          </p:cNvSpPr>
          <p:nvPr/>
        </p:nvSpPr>
        <p:spPr bwMode="auto">
          <a:xfrm>
            <a:off x="7472363" y="5440363"/>
            <a:ext cx="11112" cy="87312"/>
          </a:xfrm>
          <a:custGeom>
            <a:avLst/>
            <a:gdLst>
              <a:gd name="T0" fmla="*/ 0 w 7"/>
              <a:gd name="T1" fmla="*/ 0 h 55"/>
              <a:gd name="T2" fmla="*/ 0 w 7"/>
              <a:gd name="T3" fmla="*/ 2147483647 h 55"/>
              <a:gd name="T4" fmla="*/ 2147483647 w 7"/>
              <a:gd name="T5" fmla="*/ 2147483647 h 55"/>
              <a:gd name="T6" fmla="*/ 0 60000 65536"/>
              <a:gd name="T7" fmla="*/ 0 60000 65536"/>
              <a:gd name="T8" fmla="*/ 0 60000 65536"/>
              <a:gd name="T9" fmla="*/ 0 w 7"/>
              <a:gd name="T10" fmla="*/ 0 h 55"/>
              <a:gd name="T11" fmla="*/ 7 w 7"/>
              <a:gd name="T12" fmla="*/ 55 h 5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7" h="55">
                <a:moveTo>
                  <a:pt x="0" y="0"/>
                </a:moveTo>
                <a:lnTo>
                  <a:pt x="0" y="48"/>
                </a:lnTo>
                <a:lnTo>
                  <a:pt x="7" y="55"/>
                </a:lnTo>
              </a:path>
            </a:pathLst>
          </a:custGeom>
          <a:noFill/>
          <a:ln w="11113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6126" name="Line 46"/>
          <p:cNvSpPr>
            <a:spLocks noChangeShapeType="1"/>
          </p:cNvSpPr>
          <p:nvPr/>
        </p:nvSpPr>
        <p:spPr bwMode="auto">
          <a:xfrm>
            <a:off x="7537450" y="5559425"/>
            <a:ext cx="87313" cy="1588"/>
          </a:xfrm>
          <a:prstGeom prst="line">
            <a:avLst/>
          </a:prstGeom>
          <a:noFill/>
          <a:ln w="11113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6127" name="Freeform 47"/>
          <p:cNvSpPr>
            <a:spLocks/>
          </p:cNvSpPr>
          <p:nvPr/>
        </p:nvSpPr>
        <p:spPr bwMode="auto">
          <a:xfrm>
            <a:off x="7689850" y="5570538"/>
            <a:ext cx="87313" cy="1587"/>
          </a:xfrm>
          <a:custGeom>
            <a:avLst/>
            <a:gdLst>
              <a:gd name="T0" fmla="*/ 0 w 55"/>
              <a:gd name="T1" fmla="*/ 0 h 1587"/>
              <a:gd name="T2" fmla="*/ 2147483647 w 55"/>
              <a:gd name="T3" fmla="*/ 0 h 1587"/>
              <a:gd name="T4" fmla="*/ 2147483647 w 55"/>
              <a:gd name="T5" fmla="*/ 0 h 1587"/>
              <a:gd name="T6" fmla="*/ 0 60000 65536"/>
              <a:gd name="T7" fmla="*/ 0 60000 65536"/>
              <a:gd name="T8" fmla="*/ 0 60000 65536"/>
              <a:gd name="T9" fmla="*/ 0 w 55"/>
              <a:gd name="T10" fmla="*/ 0 h 1587"/>
              <a:gd name="T11" fmla="*/ 55 w 55"/>
              <a:gd name="T12" fmla="*/ 1587 h 158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55" h="1587">
                <a:moveTo>
                  <a:pt x="0" y="0"/>
                </a:moveTo>
                <a:lnTo>
                  <a:pt x="7" y="0"/>
                </a:lnTo>
                <a:lnTo>
                  <a:pt x="55" y="0"/>
                </a:lnTo>
              </a:path>
            </a:pathLst>
          </a:custGeom>
          <a:noFill/>
          <a:ln w="11113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6128" name="Freeform 48"/>
          <p:cNvSpPr>
            <a:spLocks/>
          </p:cNvSpPr>
          <p:nvPr/>
        </p:nvSpPr>
        <p:spPr bwMode="auto">
          <a:xfrm>
            <a:off x="7843838" y="5549900"/>
            <a:ext cx="76200" cy="9525"/>
          </a:xfrm>
          <a:custGeom>
            <a:avLst/>
            <a:gdLst>
              <a:gd name="T0" fmla="*/ 0 w 48"/>
              <a:gd name="T1" fmla="*/ 2147483647 h 6"/>
              <a:gd name="T2" fmla="*/ 2147483647 w 48"/>
              <a:gd name="T3" fmla="*/ 2147483647 h 6"/>
              <a:gd name="T4" fmla="*/ 2147483647 w 48"/>
              <a:gd name="T5" fmla="*/ 0 h 6"/>
              <a:gd name="T6" fmla="*/ 0 60000 65536"/>
              <a:gd name="T7" fmla="*/ 0 60000 65536"/>
              <a:gd name="T8" fmla="*/ 0 60000 65536"/>
              <a:gd name="T9" fmla="*/ 0 w 48"/>
              <a:gd name="T10" fmla="*/ 0 h 6"/>
              <a:gd name="T11" fmla="*/ 48 w 48"/>
              <a:gd name="T12" fmla="*/ 6 h 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8" h="6">
                <a:moveTo>
                  <a:pt x="0" y="6"/>
                </a:moveTo>
                <a:lnTo>
                  <a:pt x="41" y="6"/>
                </a:lnTo>
                <a:lnTo>
                  <a:pt x="48" y="0"/>
                </a:lnTo>
              </a:path>
            </a:pathLst>
          </a:custGeom>
          <a:noFill/>
          <a:ln w="11113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6129" name="Freeform 49"/>
          <p:cNvSpPr>
            <a:spLocks/>
          </p:cNvSpPr>
          <p:nvPr/>
        </p:nvSpPr>
        <p:spPr bwMode="auto">
          <a:xfrm>
            <a:off x="7953375" y="5395913"/>
            <a:ext cx="1588" cy="87312"/>
          </a:xfrm>
          <a:custGeom>
            <a:avLst/>
            <a:gdLst>
              <a:gd name="T0" fmla="*/ 0 w 1588"/>
              <a:gd name="T1" fmla="*/ 2147483647 h 55"/>
              <a:gd name="T2" fmla="*/ 0 w 1588"/>
              <a:gd name="T3" fmla="*/ 2147483647 h 55"/>
              <a:gd name="T4" fmla="*/ 0 w 1588"/>
              <a:gd name="T5" fmla="*/ 0 h 55"/>
              <a:gd name="T6" fmla="*/ 0 60000 65536"/>
              <a:gd name="T7" fmla="*/ 0 60000 65536"/>
              <a:gd name="T8" fmla="*/ 0 60000 65536"/>
              <a:gd name="T9" fmla="*/ 0 w 1588"/>
              <a:gd name="T10" fmla="*/ 0 h 55"/>
              <a:gd name="T11" fmla="*/ 1588 w 1588"/>
              <a:gd name="T12" fmla="*/ 55 h 5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588" h="55">
                <a:moveTo>
                  <a:pt x="0" y="55"/>
                </a:moveTo>
                <a:lnTo>
                  <a:pt x="0" y="41"/>
                </a:lnTo>
                <a:lnTo>
                  <a:pt x="0" y="0"/>
                </a:lnTo>
              </a:path>
            </a:pathLst>
          </a:custGeom>
          <a:noFill/>
          <a:ln w="11113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6130" name="Line 50"/>
          <p:cNvSpPr>
            <a:spLocks noChangeShapeType="1"/>
          </p:cNvSpPr>
          <p:nvPr/>
        </p:nvSpPr>
        <p:spPr bwMode="auto">
          <a:xfrm flipH="1" flipV="1">
            <a:off x="7897813" y="5254625"/>
            <a:ext cx="55562" cy="76200"/>
          </a:xfrm>
          <a:prstGeom prst="line">
            <a:avLst/>
          </a:prstGeom>
          <a:noFill/>
          <a:ln w="11113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6131" name="Freeform 51"/>
          <p:cNvSpPr>
            <a:spLocks/>
          </p:cNvSpPr>
          <p:nvPr/>
        </p:nvSpPr>
        <p:spPr bwMode="auto">
          <a:xfrm>
            <a:off x="7821613" y="5133975"/>
            <a:ext cx="44450" cy="65088"/>
          </a:xfrm>
          <a:custGeom>
            <a:avLst/>
            <a:gdLst>
              <a:gd name="T0" fmla="*/ 2147483647 w 28"/>
              <a:gd name="T1" fmla="*/ 2147483647 h 41"/>
              <a:gd name="T2" fmla="*/ 2147483647 w 28"/>
              <a:gd name="T3" fmla="*/ 2147483647 h 41"/>
              <a:gd name="T4" fmla="*/ 0 w 28"/>
              <a:gd name="T5" fmla="*/ 0 h 41"/>
              <a:gd name="T6" fmla="*/ 0 60000 65536"/>
              <a:gd name="T7" fmla="*/ 0 60000 65536"/>
              <a:gd name="T8" fmla="*/ 0 60000 65536"/>
              <a:gd name="T9" fmla="*/ 0 w 28"/>
              <a:gd name="T10" fmla="*/ 0 h 41"/>
              <a:gd name="T11" fmla="*/ 28 w 28"/>
              <a:gd name="T12" fmla="*/ 41 h 41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8" h="41">
                <a:moveTo>
                  <a:pt x="28" y="41"/>
                </a:moveTo>
                <a:lnTo>
                  <a:pt x="7" y="14"/>
                </a:lnTo>
                <a:lnTo>
                  <a:pt x="0" y="0"/>
                </a:lnTo>
              </a:path>
            </a:pathLst>
          </a:custGeom>
          <a:noFill/>
          <a:ln w="11113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6132" name="Freeform 52"/>
          <p:cNvSpPr>
            <a:spLocks/>
          </p:cNvSpPr>
          <p:nvPr/>
        </p:nvSpPr>
        <p:spPr bwMode="auto">
          <a:xfrm>
            <a:off x="7712075" y="5024438"/>
            <a:ext cx="65088" cy="53975"/>
          </a:xfrm>
          <a:custGeom>
            <a:avLst/>
            <a:gdLst>
              <a:gd name="T0" fmla="*/ 2147483647 w 41"/>
              <a:gd name="T1" fmla="*/ 2147483647 h 34"/>
              <a:gd name="T2" fmla="*/ 2147483647 w 41"/>
              <a:gd name="T3" fmla="*/ 2147483647 h 34"/>
              <a:gd name="T4" fmla="*/ 0 w 41"/>
              <a:gd name="T5" fmla="*/ 0 h 34"/>
              <a:gd name="T6" fmla="*/ 0 60000 65536"/>
              <a:gd name="T7" fmla="*/ 0 60000 65536"/>
              <a:gd name="T8" fmla="*/ 0 60000 65536"/>
              <a:gd name="T9" fmla="*/ 0 w 41"/>
              <a:gd name="T10" fmla="*/ 0 h 34"/>
              <a:gd name="T11" fmla="*/ 41 w 41"/>
              <a:gd name="T12" fmla="*/ 34 h 3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1" h="34">
                <a:moveTo>
                  <a:pt x="41" y="34"/>
                </a:moveTo>
                <a:lnTo>
                  <a:pt x="28" y="14"/>
                </a:lnTo>
                <a:lnTo>
                  <a:pt x="0" y="0"/>
                </a:lnTo>
              </a:path>
            </a:pathLst>
          </a:custGeom>
          <a:noFill/>
          <a:ln w="11113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6133" name="Freeform 53"/>
          <p:cNvSpPr>
            <a:spLocks/>
          </p:cNvSpPr>
          <p:nvPr/>
        </p:nvSpPr>
        <p:spPr bwMode="auto">
          <a:xfrm>
            <a:off x="7591425" y="5035550"/>
            <a:ext cx="66675" cy="65088"/>
          </a:xfrm>
          <a:custGeom>
            <a:avLst/>
            <a:gdLst>
              <a:gd name="T0" fmla="*/ 2147483647 w 42"/>
              <a:gd name="T1" fmla="*/ 0 h 41"/>
              <a:gd name="T2" fmla="*/ 2147483647 w 42"/>
              <a:gd name="T3" fmla="*/ 2147483647 h 41"/>
              <a:gd name="T4" fmla="*/ 0 w 42"/>
              <a:gd name="T5" fmla="*/ 2147483647 h 41"/>
              <a:gd name="T6" fmla="*/ 0 60000 65536"/>
              <a:gd name="T7" fmla="*/ 0 60000 65536"/>
              <a:gd name="T8" fmla="*/ 0 60000 65536"/>
              <a:gd name="T9" fmla="*/ 0 w 42"/>
              <a:gd name="T10" fmla="*/ 0 h 41"/>
              <a:gd name="T11" fmla="*/ 42 w 42"/>
              <a:gd name="T12" fmla="*/ 41 h 41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2" h="41">
                <a:moveTo>
                  <a:pt x="42" y="0"/>
                </a:moveTo>
                <a:lnTo>
                  <a:pt x="28" y="7"/>
                </a:lnTo>
                <a:lnTo>
                  <a:pt x="0" y="41"/>
                </a:lnTo>
              </a:path>
            </a:pathLst>
          </a:custGeom>
          <a:noFill/>
          <a:ln w="11113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6134" name="Line 54"/>
          <p:cNvSpPr>
            <a:spLocks noChangeShapeType="1"/>
          </p:cNvSpPr>
          <p:nvPr/>
        </p:nvSpPr>
        <p:spPr bwMode="auto">
          <a:xfrm flipH="1">
            <a:off x="7515225" y="5156200"/>
            <a:ext cx="44450" cy="76200"/>
          </a:xfrm>
          <a:prstGeom prst="line">
            <a:avLst/>
          </a:prstGeom>
          <a:noFill/>
          <a:ln w="11113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6135" name="Freeform 55"/>
          <p:cNvSpPr>
            <a:spLocks/>
          </p:cNvSpPr>
          <p:nvPr/>
        </p:nvSpPr>
        <p:spPr bwMode="auto">
          <a:xfrm>
            <a:off x="7472363" y="5286375"/>
            <a:ext cx="11112" cy="87313"/>
          </a:xfrm>
          <a:custGeom>
            <a:avLst/>
            <a:gdLst>
              <a:gd name="T0" fmla="*/ 2147483647 w 7"/>
              <a:gd name="T1" fmla="*/ 0 h 55"/>
              <a:gd name="T2" fmla="*/ 0 w 7"/>
              <a:gd name="T3" fmla="*/ 2147483647 h 55"/>
              <a:gd name="T4" fmla="*/ 0 w 7"/>
              <a:gd name="T5" fmla="*/ 2147483647 h 55"/>
              <a:gd name="T6" fmla="*/ 0 60000 65536"/>
              <a:gd name="T7" fmla="*/ 0 60000 65536"/>
              <a:gd name="T8" fmla="*/ 0 60000 65536"/>
              <a:gd name="T9" fmla="*/ 0 w 7"/>
              <a:gd name="T10" fmla="*/ 0 h 55"/>
              <a:gd name="T11" fmla="*/ 7 w 7"/>
              <a:gd name="T12" fmla="*/ 55 h 5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7" h="55">
                <a:moveTo>
                  <a:pt x="7" y="0"/>
                </a:moveTo>
                <a:lnTo>
                  <a:pt x="0" y="21"/>
                </a:lnTo>
                <a:lnTo>
                  <a:pt x="0" y="55"/>
                </a:lnTo>
              </a:path>
            </a:pathLst>
          </a:custGeom>
          <a:noFill/>
          <a:ln w="11113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6136" name="Line 56"/>
          <p:cNvSpPr>
            <a:spLocks noChangeShapeType="1"/>
          </p:cNvSpPr>
          <p:nvPr/>
        </p:nvSpPr>
        <p:spPr bwMode="auto">
          <a:xfrm>
            <a:off x="7996238" y="5822950"/>
            <a:ext cx="1587" cy="87313"/>
          </a:xfrm>
          <a:prstGeom prst="line">
            <a:avLst/>
          </a:prstGeom>
          <a:noFill/>
          <a:ln w="11113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6137" name="Freeform 57"/>
          <p:cNvSpPr>
            <a:spLocks/>
          </p:cNvSpPr>
          <p:nvPr/>
        </p:nvSpPr>
        <p:spPr bwMode="auto">
          <a:xfrm>
            <a:off x="8007350" y="5975350"/>
            <a:ext cx="55563" cy="65088"/>
          </a:xfrm>
          <a:custGeom>
            <a:avLst/>
            <a:gdLst>
              <a:gd name="T0" fmla="*/ 0 w 35"/>
              <a:gd name="T1" fmla="*/ 0 h 41"/>
              <a:gd name="T2" fmla="*/ 2147483647 w 35"/>
              <a:gd name="T3" fmla="*/ 2147483647 h 41"/>
              <a:gd name="T4" fmla="*/ 2147483647 w 35"/>
              <a:gd name="T5" fmla="*/ 2147483647 h 41"/>
              <a:gd name="T6" fmla="*/ 2147483647 w 35"/>
              <a:gd name="T7" fmla="*/ 2147483647 h 41"/>
              <a:gd name="T8" fmla="*/ 0 60000 65536"/>
              <a:gd name="T9" fmla="*/ 0 60000 65536"/>
              <a:gd name="T10" fmla="*/ 0 60000 65536"/>
              <a:gd name="T11" fmla="*/ 0 60000 65536"/>
              <a:gd name="T12" fmla="*/ 0 w 35"/>
              <a:gd name="T13" fmla="*/ 0 h 41"/>
              <a:gd name="T14" fmla="*/ 35 w 35"/>
              <a:gd name="T15" fmla="*/ 41 h 41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5" h="41">
                <a:moveTo>
                  <a:pt x="0" y="0"/>
                </a:moveTo>
                <a:lnTo>
                  <a:pt x="7" y="21"/>
                </a:lnTo>
                <a:lnTo>
                  <a:pt x="28" y="41"/>
                </a:lnTo>
                <a:lnTo>
                  <a:pt x="35" y="41"/>
                </a:lnTo>
              </a:path>
            </a:pathLst>
          </a:custGeom>
          <a:noFill/>
          <a:ln w="11113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6138" name="Freeform 58"/>
          <p:cNvSpPr>
            <a:spLocks/>
          </p:cNvSpPr>
          <p:nvPr/>
        </p:nvSpPr>
        <p:spPr bwMode="auto">
          <a:xfrm>
            <a:off x="8128000" y="6051550"/>
            <a:ext cx="87313" cy="11113"/>
          </a:xfrm>
          <a:custGeom>
            <a:avLst/>
            <a:gdLst>
              <a:gd name="T0" fmla="*/ 0 w 55"/>
              <a:gd name="T1" fmla="*/ 0 h 7"/>
              <a:gd name="T2" fmla="*/ 2147483647 w 55"/>
              <a:gd name="T3" fmla="*/ 2147483647 h 7"/>
              <a:gd name="T4" fmla="*/ 2147483647 w 55"/>
              <a:gd name="T5" fmla="*/ 2147483647 h 7"/>
              <a:gd name="T6" fmla="*/ 0 60000 65536"/>
              <a:gd name="T7" fmla="*/ 0 60000 65536"/>
              <a:gd name="T8" fmla="*/ 0 60000 65536"/>
              <a:gd name="T9" fmla="*/ 0 w 55"/>
              <a:gd name="T10" fmla="*/ 0 h 7"/>
              <a:gd name="T11" fmla="*/ 55 w 55"/>
              <a:gd name="T12" fmla="*/ 7 h 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55" h="7">
                <a:moveTo>
                  <a:pt x="0" y="0"/>
                </a:moveTo>
                <a:lnTo>
                  <a:pt x="34" y="7"/>
                </a:lnTo>
                <a:lnTo>
                  <a:pt x="55" y="7"/>
                </a:lnTo>
              </a:path>
            </a:pathLst>
          </a:custGeom>
          <a:noFill/>
          <a:ln w="11113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6139" name="Line 59"/>
          <p:cNvSpPr>
            <a:spLocks noChangeShapeType="1"/>
          </p:cNvSpPr>
          <p:nvPr/>
        </p:nvSpPr>
        <p:spPr bwMode="auto">
          <a:xfrm>
            <a:off x="8280400" y="6062663"/>
            <a:ext cx="87313" cy="1587"/>
          </a:xfrm>
          <a:prstGeom prst="line">
            <a:avLst/>
          </a:prstGeom>
          <a:noFill/>
          <a:ln w="11113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6140" name="Freeform 60"/>
          <p:cNvSpPr>
            <a:spLocks/>
          </p:cNvSpPr>
          <p:nvPr/>
        </p:nvSpPr>
        <p:spPr bwMode="auto">
          <a:xfrm>
            <a:off x="8434388" y="6062663"/>
            <a:ext cx="87312" cy="11112"/>
          </a:xfrm>
          <a:custGeom>
            <a:avLst/>
            <a:gdLst>
              <a:gd name="T0" fmla="*/ 0 w 55"/>
              <a:gd name="T1" fmla="*/ 0 h 7"/>
              <a:gd name="T2" fmla="*/ 0 w 55"/>
              <a:gd name="T3" fmla="*/ 2147483647 h 7"/>
              <a:gd name="T4" fmla="*/ 2147483647 w 55"/>
              <a:gd name="T5" fmla="*/ 0 h 7"/>
              <a:gd name="T6" fmla="*/ 0 60000 65536"/>
              <a:gd name="T7" fmla="*/ 0 60000 65536"/>
              <a:gd name="T8" fmla="*/ 0 60000 65536"/>
              <a:gd name="T9" fmla="*/ 0 w 55"/>
              <a:gd name="T10" fmla="*/ 0 h 7"/>
              <a:gd name="T11" fmla="*/ 55 w 55"/>
              <a:gd name="T12" fmla="*/ 7 h 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55" h="7">
                <a:moveTo>
                  <a:pt x="0" y="0"/>
                </a:moveTo>
                <a:lnTo>
                  <a:pt x="0" y="7"/>
                </a:lnTo>
                <a:lnTo>
                  <a:pt x="55" y="0"/>
                </a:lnTo>
              </a:path>
            </a:pathLst>
          </a:custGeom>
          <a:noFill/>
          <a:ln w="11113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6141" name="Line 61"/>
          <p:cNvSpPr>
            <a:spLocks noChangeShapeType="1"/>
          </p:cNvSpPr>
          <p:nvPr/>
        </p:nvSpPr>
        <p:spPr bwMode="auto">
          <a:xfrm>
            <a:off x="8586788" y="6062663"/>
            <a:ext cx="87312" cy="1587"/>
          </a:xfrm>
          <a:prstGeom prst="line">
            <a:avLst/>
          </a:prstGeom>
          <a:noFill/>
          <a:ln w="11113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6142" name="Line 62"/>
          <p:cNvSpPr>
            <a:spLocks noChangeShapeType="1"/>
          </p:cNvSpPr>
          <p:nvPr/>
        </p:nvSpPr>
        <p:spPr bwMode="auto">
          <a:xfrm flipV="1">
            <a:off x="8740775" y="6040438"/>
            <a:ext cx="87313" cy="11112"/>
          </a:xfrm>
          <a:prstGeom prst="line">
            <a:avLst/>
          </a:prstGeom>
          <a:noFill/>
          <a:ln w="11113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6143" name="Freeform 63"/>
          <p:cNvSpPr>
            <a:spLocks/>
          </p:cNvSpPr>
          <p:nvPr/>
        </p:nvSpPr>
        <p:spPr bwMode="auto">
          <a:xfrm>
            <a:off x="8870950" y="5921375"/>
            <a:ext cx="22225" cy="76200"/>
          </a:xfrm>
          <a:custGeom>
            <a:avLst/>
            <a:gdLst>
              <a:gd name="T0" fmla="*/ 0 w 14"/>
              <a:gd name="T1" fmla="*/ 2147483647 h 48"/>
              <a:gd name="T2" fmla="*/ 2147483647 w 14"/>
              <a:gd name="T3" fmla="*/ 2147483647 h 48"/>
              <a:gd name="T4" fmla="*/ 2147483647 w 14"/>
              <a:gd name="T5" fmla="*/ 0 h 48"/>
              <a:gd name="T6" fmla="*/ 0 60000 65536"/>
              <a:gd name="T7" fmla="*/ 0 60000 65536"/>
              <a:gd name="T8" fmla="*/ 0 60000 65536"/>
              <a:gd name="T9" fmla="*/ 0 w 14"/>
              <a:gd name="T10" fmla="*/ 0 h 48"/>
              <a:gd name="T11" fmla="*/ 14 w 14"/>
              <a:gd name="T12" fmla="*/ 48 h 4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4" h="48">
                <a:moveTo>
                  <a:pt x="0" y="48"/>
                </a:moveTo>
                <a:lnTo>
                  <a:pt x="7" y="34"/>
                </a:lnTo>
                <a:lnTo>
                  <a:pt x="14" y="0"/>
                </a:lnTo>
              </a:path>
            </a:pathLst>
          </a:custGeom>
          <a:noFill/>
          <a:ln w="11113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6144" name="Line 64"/>
          <p:cNvSpPr>
            <a:spLocks noChangeShapeType="1"/>
          </p:cNvSpPr>
          <p:nvPr/>
        </p:nvSpPr>
        <p:spPr bwMode="auto">
          <a:xfrm flipV="1">
            <a:off x="8915400" y="5767388"/>
            <a:ext cx="1588" cy="87312"/>
          </a:xfrm>
          <a:prstGeom prst="line">
            <a:avLst/>
          </a:prstGeom>
          <a:noFill/>
          <a:ln w="11113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6145" name="Freeform 65"/>
          <p:cNvSpPr>
            <a:spLocks/>
          </p:cNvSpPr>
          <p:nvPr/>
        </p:nvSpPr>
        <p:spPr bwMode="auto">
          <a:xfrm>
            <a:off x="8893175" y="5614988"/>
            <a:ext cx="22225" cy="87312"/>
          </a:xfrm>
          <a:custGeom>
            <a:avLst/>
            <a:gdLst>
              <a:gd name="T0" fmla="*/ 2147483647 w 14"/>
              <a:gd name="T1" fmla="*/ 2147483647 h 55"/>
              <a:gd name="T2" fmla="*/ 2147483647 w 14"/>
              <a:gd name="T3" fmla="*/ 0 h 55"/>
              <a:gd name="T4" fmla="*/ 0 w 14"/>
              <a:gd name="T5" fmla="*/ 0 h 55"/>
              <a:gd name="T6" fmla="*/ 0 60000 65536"/>
              <a:gd name="T7" fmla="*/ 0 60000 65536"/>
              <a:gd name="T8" fmla="*/ 0 60000 65536"/>
              <a:gd name="T9" fmla="*/ 0 w 14"/>
              <a:gd name="T10" fmla="*/ 0 h 55"/>
              <a:gd name="T11" fmla="*/ 14 w 14"/>
              <a:gd name="T12" fmla="*/ 55 h 5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4" h="55">
                <a:moveTo>
                  <a:pt x="14" y="55"/>
                </a:moveTo>
                <a:lnTo>
                  <a:pt x="7" y="0"/>
                </a:lnTo>
                <a:lnTo>
                  <a:pt x="0" y="0"/>
                </a:lnTo>
              </a:path>
            </a:pathLst>
          </a:custGeom>
          <a:noFill/>
          <a:ln w="11113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6146" name="Line 66"/>
          <p:cNvSpPr>
            <a:spLocks noChangeShapeType="1"/>
          </p:cNvSpPr>
          <p:nvPr/>
        </p:nvSpPr>
        <p:spPr bwMode="auto">
          <a:xfrm flipH="1" flipV="1">
            <a:off x="8816975" y="5483225"/>
            <a:ext cx="42863" cy="76200"/>
          </a:xfrm>
          <a:prstGeom prst="line">
            <a:avLst/>
          </a:prstGeom>
          <a:noFill/>
          <a:ln w="11113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6147" name="Line 67"/>
          <p:cNvSpPr>
            <a:spLocks noChangeShapeType="1"/>
          </p:cNvSpPr>
          <p:nvPr/>
        </p:nvSpPr>
        <p:spPr bwMode="auto">
          <a:xfrm flipH="1" flipV="1">
            <a:off x="8740775" y="5353050"/>
            <a:ext cx="42863" cy="76200"/>
          </a:xfrm>
          <a:prstGeom prst="line">
            <a:avLst/>
          </a:prstGeom>
          <a:noFill/>
          <a:ln w="11113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6148" name="Freeform 68"/>
          <p:cNvSpPr>
            <a:spLocks/>
          </p:cNvSpPr>
          <p:nvPr/>
        </p:nvSpPr>
        <p:spPr bwMode="auto">
          <a:xfrm>
            <a:off x="8651875" y="5221288"/>
            <a:ext cx="44450" cy="76200"/>
          </a:xfrm>
          <a:custGeom>
            <a:avLst/>
            <a:gdLst>
              <a:gd name="T0" fmla="*/ 2147483647 w 28"/>
              <a:gd name="T1" fmla="*/ 2147483647 h 48"/>
              <a:gd name="T2" fmla="*/ 2147483647 w 28"/>
              <a:gd name="T3" fmla="*/ 2147483647 h 48"/>
              <a:gd name="T4" fmla="*/ 0 w 28"/>
              <a:gd name="T5" fmla="*/ 0 h 48"/>
              <a:gd name="T6" fmla="*/ 0 60000 65536"/>
              <a:gd name="T7" fmla="*/ 0 60000 65536"/>
              <a:gd name="T8" fmla="*/ 0 60000 65536"/>
              <a:gd name="T9" fmla="*/ 0 w 28"/>
              <a:gd name="T10" fmla="*/ 0 h 48"/>
              <a:gd name="T11" fmla="*/ 28 w 28"/>
              <a:gd name="T12" fmla="*/ 48 h 4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8" h="48">
                <a:moveTo>
                  <a:pt x="28" y="48"/>
                </a:moveTo>
                <a:lnTo>
                  <a:pt x="21" y="34"/>
                </a:lnTo>
                <a:lnTo>
                  <a:pt x="0" y="0"/>
                </a:lnTo>
              </a:path>
            </a:pathLst>
          </a:custGeom>
          <a:noFill/>
          <a:ln w="11113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6149" name="Line 69"/>
          <p:cNvSpPr>
            <a:spLocks noChangeShapeType="1"/>
          </p:cNvSpPr>
          <p:nvPr/>
        </p:nvSpPr>
        <p:spPr bwMode="auto">
          <a:xfrm flipH="1" flipV="1">
            <a:off x="8555038" y="5100638"/>
            <a:ext cx="53975" cy="65087"/>
          </a:xfrm>
          <a:prstGeom prst="line">
            <a:avLst/>
          </a:prstGeom>
          <a:noFill/>
          <a:ln w="11113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6150" name="Freeform 70"/>
          <p:cNvSpPr>
            <a:spLocks/>
          </p:cNvSpPr>
          <p:nvPr/>
        </p:nvSpPr>
        <p:spPr bwMode="auto">
          <a:xfrm>
            <a:off x="8434388" y="5013325"/>
            <a:ext cx="76200" cy="44450"/>
          </a:xfrm>
          <a:custGeom>
            <a:avLst/>
            <a:gdLst>
              <a:gd name="T0" fmla="*/ 2147483647 w 48"/>
              <a:gd name="T1" fmla="*/ 2147483647 h 28"/>
              <a:gd name="T2" fmla="*/ 2147483647 w 48"/>
              <a:gd name="T3" fmla="*/ 2147483647 h 28"/>
              <a:gd name="T4" fmla="*/ 0 w 48"/>
              <a:gd name="T5" fmla="*/ 0 h 28"/>
              <a:gd name="T6" fmla="*/ 0 60000 65536"/>
              <a:gd name="T7" fmla="*/ 0 60000 65536"/>
              <a:gd name="T8" fmla="*/ 0 60000 65536"/>
              <a:gd name="T9" fmla="*/ 0 w 48"/>
              <a:gd name="T10" fmla="*/ 0 h 28"/>
              <a:gd name="T11" fmla="*/ 48 w 48"/>
              <a:gd name="T12" fmla="*/ 28 h 2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8" h="28">
                <a:moveTo>
                  <a:pt x="48" y="28"/>
                </a:moveTo>
                <a:lnTo>
                  <a:pt x="20" y="7"/>
                </a:lnTo>
                <a:lnTo>
                  <a:pt x="0" y="0"/>
                </a:lnTo>
              </a:path>
            </a:pathLst>
          </a:custGeom>
          <a:noFill/>
          <a:ln w="11113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6151" name="Freeform 71"/>
          <p:cNvSpPr>
            <a:spLocks/>
          </p:cNvSpPr>
          <p:nvPr/>
        </p:nvSpPr>
        <p:spPr bwMode="auto">
          <a:xfrm>
            <a:off x="8302625" y="5024438"/>
            <a:ext cx="65088" cy="53975"/>
          </a:xfrm>
          <a:custGeom>
            <a:avLst/>
            <a:gdLst>
              <a:gd name="T0" fmla="*/ 2147483647 w 41"/>
              <a:gd name="T1" fmla="*/ 0 h 34"/>
              <a:gd name="T2" fmla="*/ 2147483647 w 41"/>
              <a:gd name="T3" fmla="*/ 0 h 34"/>
              <a:gd name="T4" fmla="*/ 0 w 41"/>
              <a:gd name="T5" fmla="*/ 2147483647 h 34"/>
              <a:gd name="T6" fmla="*/ 0 60000 65536"/>
              <a:gd name="T7" fmla="*/ 0 60000 65536"/>
              <a:gd name="T8" fmla="*/ 0 60000 65536"/>
              <a:gd name="T9" fmla="*/ 0 w 41"/>
              <a:gd name="T10" fmla="*/ 0 h 34"/>
              <a:gd name="T11" fmla="*/ 41 w 41"/>
              <a:gd name="T12" fmla="*/ 34 h 3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1" h="34">
                <a:moveTo>
                  <a:pt x="41" y="0"/>
                </a:moveTo>
                <a:lnTo>
                  <a:pt x="35" y="0"/>
                </a:lnTo>
                <a:lnTo>
                  <a:pt x="0" y="34"/>
                </a:lnTo>
              </a:path>
            </a:pathLst>
          </a:custGeom>
          <a:noFill/>
          <a:ln w="11113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6152" name="Line 72"/>
          <p:cNvSpPr>
            <a:spLocks noChangeShapeType="1"/>
          </p:cNvSpPr>
          <p:nvPr/>
        </p:nvSpPr>
        <p:spPr bwMode="auto">
          <a:xfrm flipH="1">
            <a:off x="8215313" y="5133975"/>
            <a:ext cx="44450" cy="65088"/>
          </a:xfrm>
          <a:prstGeom prst="line">
            <a:avLst/>
          </a:prstGeom>
          <a:noFill/>
          <a:ln w="11113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6153" name="Freeform 73"/>
          <p:cNvSpPr>
            <a:spLocks/>
          </p:cNvSpPr>
          <p:nvPr/>
        </p:nvSpPr>
        <p:spPr bwMode="auto">
          <a:xfrm>
            <a:off x="8128000" y="5254625"/>
            <a:ext cx="42863" cy="76200"/>
          </a:xfrm>
          <a:custGeom>
            <a:avLst/>
            <a:gdLst>
              <a:gd name="T0" fmla="*/ 2147483647 w 27"/>
              <a:gd name="T1" fmla="*/ 0 h 48"/>
              <a:gd name="T2" fmla="*/ 2147483647 w 27"/>
              <a:gd name="T3" fmla="*/ 2147483647 h 48"/>
              <a:gd name="T4" fmla="*/ 0 w 27"/>
              <a:gd name="T5" fmla="*/ 2147483647 h 48"/>
              <a:gd name="T6" fmla="*/ 0 60000 65536"/>
              <a:gd name="T7" fmla="*/ 0 60000 65536"/>
              <a:gd name="T8" fmla="*/ 0 60000 65536"/>
              <a:gd name="T9" fmla="*/ 0 w 27"/>
              <a:gd name="T10" fmla="*/ 0 h 48"/>
              <a:gd name="T11" fmla="*/ 27 w 27"/>
              <a:gd name="T12" fmla="*/ 48 h 4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7" h="48">
                <a:moveTo>
                  <a:pt x="27" y="0"/>
                </a:moveTo>
                <a:lnTo>
                  <a:pt x="21" y="13"/>
                </a:lnTo>
                <a:lnTo>
                  <a:pt x="0" y="48"/>
                </a:lnTo>
              </a:path>
            </a:pathLst>
          </a:custGeom>
          <a:noFill/>
          <a:ln w="11113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6154" name="Line 74"/>
          <p:cNvSpPr>
            <a:spLocks noChangeShapeType="1"/>
          </p:cNvSpPr>
          <p:nvPr/>
        </p:nvSpPr>
        <p:spPr bwMode="auto">
          <a:xfrm flipH="1">
            <a:off x="8040688" y="5384800"/>
            <a:ext cx="53975" cy="76200"/>
          </a:xfrm>
          <a:prstGeom prst="line">
            <a:avLst/>
          </a:prstGeom>
          <a:noFill/>
          <a:ln w="11113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6155" name="Freeform 75"/>
          <p:cNvSpPr>
            <a:spLocks/>
          </p:cNvSpPr>
          <p:nvPr/>
        </p:nvSpPr>
        <p:spPr bwMode="auto">
          <a:xfrm>
            <a:off x="7996238" y="5516563"/>
            <a:ext cx="22225" cy="87312"/>
          </a:xfrm>
          <a:custGeom>
            <a:avLst/>
            <a:gdLst>
              <a:gd name="T0" fmla="*/ 2147483647 w 14"/>
              <a:gd name="T1" fmla="*/ 0 h 55"/>
              <a:gd name="T2" fmla="*/ 0 w 14"/>
              <a:gd name="T3" fmla="*/ 2147483647 h 55"/>
              <a:gd name="T4" fmla="*/ 0 w 14"/>
              <a:gd name="T5" fmla="*/ 2147483647 h 55"/>
              <a:gd name="T6" fmla="*/ 0 60000 65536"/>
              <a:gd name="T7" fmla="*/ 0 60000 65536"/>
              <a:gd name="T8" fmla="*/ 0 60000 65536"/>
              <a:gd name="T9" fmla="*/ 0 w 14"/>
              <a:gd name="T10" fmla="*/ 0 h 55"/>
              <a:gd name="T11" fmla="*/ 14 w 14"/>
              <a:gd name="T12" fmla="*/ 55 h 5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4" h="55">
                <a:moveTo>
                  <a:pt x="14" y="0"/>
                </a:moveTo>
                <a:lnTo>
                  <a:pt x="0" y="41"/>
                </a:lnTo>
                <a:lnTo>
                  <a:pt x="0" y="55"/>
                </a:lnTo>
              </a:path>
            </a:pathLst>
          </a:custGeom>
          <a:noFill/>
          <a:ln w="11113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6156" name="Line 76"/>
          <p:cNvSpPr>
            <a:spLocks noChangeShapeType="1"/>
          </p:cNvSpPr>
          <p:nvPr/>
        </p:nvSpPr>
        <p:spPr bwMode="auto">
          <a:xfrm>
            <a:off x="7996238" y="5668963"/>
            <a:ext cx="1587" cy="87312"/>
          </a:xfrm>
          <a:prstGeom prst="line">
            <a:avLst/>
          </a:prstGeom>
          <a:noFill/>
          <a:ln w="11113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6157" name="Freeform 77"/>
          <p:cNvSpPr>
            <a:spLocks/>
          </p:cNvSpPr>
          <p:nvPr/>
        </p:nvSpPr>
        <p:spPr bwMode="auto">
          <a:xfrm>
            <a:off x="7700963" y="5330825"/>
            <a:ext cx="22225" cy="22225"/>
          </a:xfrm>
          <a:custGeom>
            <a:avLst/>
            <a:gdLst>
              <a:gd name="T0" fmla="*/ 0 w 14"/>
              <a:gd name="T1" fmla="*/ 0 h 14"/>
              <a:gd name="T2" fmla="*/ 0 w 14"/>
              <a:gd name="T3" fmla="*/ 2147483647 h 14"/>
              <a:gd name="T4" fmla="*/ 2147483647 w 14"/>
              <a:gd name="T5" fmla="*/ 2147483647 h 14"/>
              <a:gd name="T6" fmla="*/ 2147483647 w 14"/>
              <a:gd name="T7" fmla="*/ 2147483647 h 14"/>
              <a:gd name="T8" fmla="*/ 0 w 14"/>
              <a:gd name="T9" fmla="*/ 0 h 1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4"/>
              <a:gd name="T16" fmla="*/ 0 h 14"/>
              <a:gd name="T17" fmla="*/ 14 w 14"/>
              <a:gd name="T18" fmla="*/ 14 h 1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4" h="14">
                <a:moveTo>
                  <a:pt x="0" y="0"/>
                </a:moveTo>
                <a:lnTo>
                  <a:pt x="0" y="7"/>
                </a:lnTo>
                <a:lnTo>
                  <a:pt x="14" y="14"/>
                </a:lnTo>
                <a:lnTo>
                  <a:pt x="14" y="7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6158" name="Freeform 78"/>
          <p:cNvSpPr>
            <a:spLocks/>
          </p:cNvSpPr>
          <p:nvPr/>
        </p:nvSpPr>
        <p:spPr bwMode="auto">
          <a:xfrm>
            <a:off x="7942263" y="4838700"/>
            <a:ext cx="31750" cy="22225"/>
          </a:xfrm>
          <a:custGeom>
            <a:avLst/>
            <a:gdLst>
              <a:gd name="T0" fmla="*/ 0 w 20"/>
              <a:gd name="T1" fmla="*/ 2147483647 h 14"/>
              <a:gd name="T2" fmla="*/ 2147483647 w 20"/>
              <a:gd name="T3" fmla="*/ 0 h 14"/>
              <a:gd name="T4" fmla="*/ 2147483647 w 20"/>
              <a:gd name="T5" fmla="*/ 2147483647 h 14"/>
              <a:gd name="T6" fmla="*/ 2147483647 w 20"/>
              <a:gd name="T7" fmla="*/ 2147483647 h 14"/>
              <a:gd name="T8" fmla="*/ 0 w 20"/>
              <a:gd name="T9" fmla="*/ 2147483647 h 1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0"/>
              <a:gd name="T16" fmla="*/ 0 h 14"/>
              <a:gd name="T17" fmla="*/ 20 w 20"/>
              <a:gd name="T18" fmla="*/ 14 h 1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0" h="14">
                <a:moveTo>
                  <a:pt x="0" y="7"/>
                </a:moveTo>
                <a:lnTo>
                  <a:pt x="7" y="0"/>
                </a:lnTo>
                <a:lnTo>
                  <a:pt x="20" y="7"/>
                </a:lnTo>
                <a:lnTo>
                  <a:pt x="14" y="14"/>
                </a:lnTo>
                <a:lnTo>
                  <a:pt x="0" y="7"/>
                </a:lnTo>
                <a:close/>
              </a:path>
            </a:pathLst>
          </a:custGeom>
          <a:solidFill>
            <a:srgbClr val="00000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6159" name="Freeform 79"/>
          <p:cNvSpPr>
            <a:spLocks/>
          </p:cNvSpPr>
          <p:nvPr/>
        </p:nvSpPr>
        <p:spPr bwMode="auto">
          <a:xfrm>
            <a:off x="7700963" y="4849813"/>
            <a:ext cx="263525" cy="492125"/>
          </a:xfrm>
          <a:custGeom>
            <a:avLst/>
            <a:gdLst>
              <a:gd name="T0" fmla="*/ 0 w 166"/>
              <a:gd name="T1" fmla="*/ 2147483647 h 310"/>
              <a:gd name="T2" fmla="*/ 2147483647 w 166"/>
              <a:gd name="T3" fmla="*/ 2147483647 h 310"/>
              <a:gd name="T4" fmla="*/ 2147483647 w 166"/>
              <a:gd name="T5" fmla="*/ 2147483647 h 310"/>
              <a:gd name="T6" fmla="*/ 2147483647 w 166"/>
              <a:gd name="T7" fmla="*/ 0 h 310"/>
              <a:gd name="T8" fmla="*/ 0 w 166"/>
              <a:gd name="T9" fmla="*/ 2147483647 h 31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66"/>
              <a:gd name="T16" fmla="*/ 0 h 310"/>
              <a:gd name="T17" fmla="*/ 166 w 166"/>
              <a:gd name="T18" fmla="*/ 310 h 31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66" h="310">
                <a:moveTo>
                  <a:pt x="0" y="303"/>
                </a:moveTo>
                <a:lnTo>
                  <a:pt x="14" y="310"/>
                </a:lnTo>
                <a:lnTo>
                  <a:pt x="166" y="7"/>
                </a:lnTo>
                <a:lnTo>
                  <a:pt x="152" y="0"/>
                </a:lnTo>
                <a:lnTo>
                  <a:pt x="0" y="303"/>
                </a:lnTo>
                <a:close/>
              </a:path>
            </a:pathLst>
          </a:custGeom>
          <a:solidFill>
            <a:srgbClr val="00000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6160" name="Freeform 80"/>
          <p:cNvSpPr>
            <a:spLocks/>
          </p:cNvSpPr>
          <p:nvPr/>
        </p:nvSpPr>
        <p:spPr bwMode="auto">
          <a:xfrm>
            <a:off x="7942263" y="4816475"/>
            <a:ext cx="31750" cy="33338"/>
          </a:xfrm>
          <a:custGeom>
            <a:avLst/>
            <a:gdLst>
              <a:gd name="T0" fmla="*/ 0 w 20"/>
              <a:gd name="T1" fmla="*/ 2147483647 h 21"/>
              <a:gd name="T2" fmla="*/ 2147483647 w 20"/>
              <a:gd name="T3" fmla="*/ 2147483647 h 21"/>
              <a:gd name="T4" fmla="*/ 2147483647 w 20"/>
              <a:gd name="T5" fmla="*/ 2147483647 h 21"/>
              <a:gd name="T6" fmla="*/ 2147483647 w 20"/>
              <a:gd name="T7" fmla="*/ 0 h 21"/>
              <a:gd name="T8" fmla="*/ 0 w 20"/>
              <a:gd name="T9" fmla="*/ 2147483647 h 21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0"/>
              <a:gd name="T16" fmla="*/ 0 h 21"/>
              <a:gd name="T17" fmla="*/ 20 w 20"/>
              <a:gd name="T18" fmla="*/ 21 h 21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0" h="21">
                <a:moveTo>
                  <a:pt x="0" y="21"/>
                </a:moveTo>
                <a:lnTo>
                  <a:pt x="14" y="21"/>
                </a:lnTo>
                <a:lnTo>
                  <a:pt x="20" y="7"/>
                </a:lnTo>
                <a:lnTo>
                  <a:pt x="14" y="0"/>
                </a:lnTo>
                <a:lnTo>
                  <a:pt x="0" y="21"/>
                </a:lnTo>
                <a:close/>
              </a:path>
            </a:pathLst>
          </a:custGeom>
          <a:solidFill>
            <a:srgbClr val="FF000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6161" name="Freeform 81"/>
          <p:cNvSpPr>
            <a:spLocks/>
          </p:cNvSpPr>
          <p:nvPr/>
        </p:nvSpPr>
        <p:spPr bwMode="auto">
          <a:xfrm>
            <a:off x="7219950" y="4368800"/>
            <a:ext cx="33338" cy="42863"/>
          </a:xfrm>
          <a:custGeom>
            <a:avLst/>
            <a:gdLst>
              <a:gd name="T0" fmla="*/ 2147483647 w 21"/>
              <a:gd name="T1" fmla="*/ 2147483647 h 27"/>
              <a:gd name="T2" fmla="*/ 0 w 21"/>
              <a:gd name="T3" fmla="*/ 2147483647 h 27"/>
              <a:gd name="T4" fmla="*/ 2147483647 w 21"/>
              <a:gd name="T5" fmla="*/ 0 h 27"/>
              <a:gd name="T6" fmla="*/ 2147483647 w 21"/>
              <a:gd name="T7" fmla="*/ 2147483647 h 27"/>
              <a:gd name="T8" fmla="*/ 2147483647 w 21"/>
              <a:gd name="T9" fmla="*/ 2147483647 h 27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1"/>
              <a:gd name="T16" fmla="*/ 0 h 27"/>
              <a:gd name="T17" fmla="*/ 21 w 21"/>
              <a:gd name="T18" fmla="*/ 27 h 27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1" h="27">
                <a:moveTo>
                  <a:pt x="7" y="27"/>
                </a:moveTo>
                <a:lnTo>
                  <a:pt x="0" y="20"/>
                </a:lnTo>
                <a:lnTo>
                  <a:pt x="14" y="0"/>
                </a:lnTo>
                <a:lnTo>
                  <a:pt x="21" y="7"/>
                </a:lnTo>
                <a:lnTo>
                  <a:pt x="7" y="27"/>
                </a:lnTo>
                <a:close/>
              </a:path>
            </a:pathLst>
          </a:custGeom>
          <a:solidFill>
            <a:srgbClr val="FF000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6162" name="Freeform 82"/>
          <p:cNvSpPr>
            <a:spLocks/>
          </p:cNvSpPr>
          <p:nvPr/>
        </p:nvSpPr>
        <p:spPr bwMode="auto">
          <a:xfrm>
            <a:off x="7231063" y="4379913"/>
            <a:ext cx="733425" cy="469900"/>
          </a:xfrm>
          <a:custGeom>
            <a:avLst/>
            <a:gdLst>
              <a:gd name="T0" fmla="*/ 2147483647 w 462"/>
              <a:gd name="T1" fmla="*/ 2147483647 h 296"/>
              <a:gd name="T2" fmla="*/ 2147483647 w 462"/>
              <a:gd name="T3" fmla="*/ 2147483647 h 296"/>
              <a:gd name="T4" fmla="*/ 2147483647 w 462"/>
              <a:gd name="T5" fmla="*/ 0 h 296"/>
              <a:gd name="T6" fmla="*/ 0 w 462"/>
              <a:gd name="T7" fmla="*/ 2147483647 h 296"/>
              <a:gd name="T8" fmla="*/ 2147483647 w 462"/>
              <a:gd name="T9" fmla="*/ 2147483647 h 29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462"/>
              <a:gd name="T16" fmla="*/ 0 h 296"/>
              <a:gd name="T17" fmla="*/ 462 w 462"/>
              <a:gd name="T18" fmla="*/ 296 h 29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462" h="296">
                <a:moveTo>
                  <a:pt x="448" y="296"/>
                </a:moveTo>
                <a:lnTo>
                  <a:pt x="462" y="275"/>
                </a:lnTo>
                <a:lnTo>
                  <a:pt x="14" y="0"/>
                </a:lnTo>
                <a:lnTo>
                  <a:pt x="0" y="20"/>
                </a:lnTo>
                <a:lnTo>
                  <a:pt x="448" y="296"/>
                </a:lnTo>
                <a:close/>
              </a:path>
            </a:pathLst>
          </a:custGeom>
          <a:solidFill>
            <a:srgbClr val="FF000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6163" name="Freeform 83"/>
          <p:cNvSpPr>
            <a:spLocks/>
          </p:cNvSpPr>
          <p:nvPr/>
        </p:nvSpPr>
        <p:spPr bwMode="auto">
          <a:xfrm>
            <a:off x="7931150" y="4838700"/>
            <a:ext cx="22225" cy="22225"/>
          </a:xfrm>
          <a:custGeom>
            <a:avLst/>
            <a:gdLst>
              <a:gd name="T0" fmla="*/ 2147483647 w 14"/>
              <a:gd name="T1" fmla="*/ 0 h 14"/>
              <a:gd name="T2" fmla="*/ 2147483647 w 14"/>
              <a:gd name="T3" fmla="*/ 0 h 14"/>
              <a:gd name="T4" fmla="*/ 0 w 14"/>
              <a:gd name="T5" fmla="*/ 2147483647 h 14"/>
              <a:gd name="T6" fmla="*/ 0 w 14"/>
              <a:gd name="T7" fmla="*/ 2147483647 h 14"/>
              <a:gd name="T8" fmla="*/ 2147483647 w 14"/>
              <a:gd name="T9" fmla="*/ 0 h 1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4"/>
              <a:gd name="T16" fmla="*/ 0 h 14"/>
              <a:gd name="T17" fmla="*/ 14 w 14"/>
              <a:gd name="T18" fmla="*/ 14 h 1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4" h="14">
                <a:moveTo>
                  <a:pt x="14" y="0"/>
                </a:moveTo>
                <a:lnTo>
                  <a:pt x="7" y="0"/>
                </a:lnTo>
                <a:lnTo>
                  <a:pt x="0" y="7"/>
                </a:lnTo>
                <a:lnTo>
                  <a:pt x="0" y="14"/>
                </a:lnTo>
                <a:lnTo>
                  <a:pt x="14" y="0"/>
                </a:lnTo>
                <a:close/>
              </a:path>
            </a:pathLst>
          </a:custGeom>
          <a:solidFill>
            <a:srgbClr val="00000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6164" name="Freeform 84"/>
          <p:cNvSpPr>
            <a:spLocks/>
          </p:cNvSpPr>
          <p:nvPr/>
        </p:nvSpPr>
        <p:spPr bwMode="auto">
          <a:xfrm>
            <a:off x="8412163" y="5319713"/>
            <a:ext cx="33337" cy="33337"/>
          </a:xfrm>
          <a:custGeom>
            <a:avLst/>
            <a:gdLst>
              <a:gd name="T0" fmla="*/ 2147483647 w 21"/>
              <a:gd name="T1" fmla="*/ 0 h 21"/>
              <a:gd name="T2" fmla="*/ 2147483647 w 21"/>
              <a:gd name="T3" fmla="*/ 2147483647 h 21"/>
              <a:gd name="T4" fmla="*/ 2147483647 w 21"/>
              <a:gd name="T5" fmla="*/ 2147483647 h 21"/>
              <a:gd name="T6" fmla="*/ 0 w 21"/>
              <a:gd name="T7" fmla="*/ 2147483647 h 21"/>
              <a:gd name="T8" fmla="*/ 2147483647 w 21"/>
              <a:gd name="T9" fmla="*/ 0 h 21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1"/>
              <a:gd name="T16" fmla="*/ 0 h 21"/>
              <a:gd name="T17" fmla="*/ 21 w 21"/>
              <a:gd name="T18" fmla="*/ 21 h 21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1" h="21">
                <a:moveTo>
                  <a:pt x="14" y="0"/>
                </a:moveTo>
                <a:lnTo>
                  <a:pt x="21" y="7"/>
                </a:lnTo>
                <a:lnTo>
                  <a:pt x="7" y="21"/>
                </a:lnTo>
                <a:lnTo>
                  <a:pt x="0" y="14"/>
                </a:lnTo>
                <a:lnTo>
                  <a:pt x="14" y="0"/>
                </a:lnTo>
                <a:close/>
              </a:path>
            </a:pathLst>
          </a:custGeom>
          <a:solidFill>
            <a:srgbClr val="00000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6165" name="Freeform 85"/>
          <p:cNvSpPr>
            <a:spLocks/>
          </p:cNvSpPr>
          <p:nvPr/>
        </p:nvSpPr>
        <p:spPr bwMode="auto">
          <a:xfrm>
            <a:off x="7931150" y="4838700"/>
            <a:ext cx="503238" cy="503238"/>
          </a:xfrm>
          <a:custGeom>
            <a:avLst/>
            <a:gdLst>
              <a:gd name="T0" fmla="*/ 2147483647 w 317"/>
              <a:gd name="T1" fmla="*/ 0 h 317"/>
              <a:gd name="T2" fmla="*/ 0 w 317"/>
              <a:gd name="T3" fmla="*/ 2147483647 h 317"/>
              <a:gd name="T4" fmla="*/ 2147483647 w 317"/>
              <a:gd name="T5" fmla="*/ 2147483647 h 317"/>
              <a:gd name="T6" fmla="*/ 2147483647 w 317"/>
              <a:gd name="T7" fmla="*/ 2147483647 h 317"/>
              <a:gd name="T8" fmla="*/ 2147483647 w 317"/>
              <a:gd name="T9" fmla="*/ 0 h 317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17"/>
              <a:gd name="T16" fmla="*/ 0 h 317"/>
              <a:gd name="T17" fmla="*/ 317 w 317"/>
              <a:gd name="T18" fmla="*/ 317 h 317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17" h="317">
                <a:moveTo>
                  <a:pt x="14" y="0"/>
                </a:moveTo>
                <a:lnTo>
                  <a:pt x="0" y="14"/>
                </a:lnTo>
                <a:lnTo>
                  <a:pt x="303" y="317"/>
                </a:lnTo>
                <a:lnTo>
                  <a:pt x="317" y="303"/>
                </a:lnTo>
                <a:lnTo>
                  <a:pt x="14" y="0"/>
                </a:lnTo>
                <a:close/>
              </a:path>
            </a:pathLst>
          </a:custGeom>
          <a:solidFill>
            <a:srgbClr val="00000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6166" name="Freeform 86"/>
          <p:cNvSpPr>
            <a:spLocks/>
          </p:cNvSpPr>
          <p:nvPr/>
        </p:nvSpPr>
        <p:spPr bwMode="auto">
          <a:xfrm>
            <a:off x="8170863" y="5811838"/>
            <a:ext cx="22225" cy="22225"/>
          </a:xfrm>
          <a:custGeom>
            <a:avLst/>
            <a:gdLst>
              <a:gd name="T0" fmla="*/ 0 w 14"/>
              <a:gd name="T1" fmla="*/ 0 h 14"/>
              <a:gd name="T2" fmla="*/ 0 w 14"/>
              <a:gd name="T3" fmla="*/ 2147483647 h 14"/>
              <a:gd name="T4" fmla="*/ 2147483647 w 14"/>
              <a:gd name="T5" fmla="*/ 2147483647 h 14"/>
              <a:gd name="T6" fmla="*/ 2147483647 w 14"/>
              <a:gd name="T7" fmla="*/ 2147483647 h 14"/>
              <a:gd name="T8" fmla="*/ 0 w 14"/>
              <a:gd name="T9" fmla="*/ 0 h 1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4"/>
              <a:gd name="T16" fmla="*/ 0 h 14"/>
              <a:gd name="T17" fmla="*/ 14 w 14"/>
              <a:gd name="T18" fmla="*/ 14 h 1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4" h="14">
                <a:moveTo>
                  <a:pt x="0" y="0"/>
                </a:moveTo>
                <a:lnTo>
                  <a:pt x="0" y="7"/>
                </a:lnTo>
                <a:lnTo>
                  <a:pt x="14" y="14"/>
                </a:lnTo>
                <a:lnTo>
                  <a:pt x="14" y="7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6167" name="Freeform 87"/>
          <p:cNvSpPr>
            <a:spLocks/>
          </p:cNvSpPr>
          <p:nvPr/>
        </p:nvSpPr>
        <p:spPr bwMode="auto">
          <a:xfrm>
            <a:off x="8412163" y="5373688"/>
            <a:ext cx="33337" cy="22225"/>
          </a:xfrm>
          <a:custGeom>
            <a:avLst/>
            <a:gdLst>
              <a:gd name="T0" fmla="*/ 0 w 21"/>
              <a:gd name="T1" fmla="*/ 2147483647 h 14"/>
              <a:gd name="T2" fmla="*/ 2147483647 w 21"/>
              <a:gd name="T3" fmla="*/ 0 h 14"/>
              <a:gd name="T4" fmla="*/ 2147483647 w 21"/>
              <a:gd name="T5" fmla="*/ 2147483647 h 14"/>
              <a:gd name="T6" fmla="*/ 2147483647 w 21"/>
              <a:gd name="T7" fmla="*/ 2147483647 h 14"/>
              <a:gd name="T8" fmla="*/ 0 w 21"/>
              <a:gd name="T9" fmla="*/ 2147483647 h 1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1"/>
              <a:gd name="T16" fmla="*/ 0 h 14"/>
              <a:gd name="T17" fmla="*/ 21 w 21"/>
              <a:gd name="T18" fmla="*/ 14 h 1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1" h="14">
                <a:moveTo>
                  <a:pt x="0" y="7"/>
                </a:moveTo>
                <a:lnTo>
                  <a:pt x="7" y="0"/>
                </a:lnTo>
                <a:lnTo>
                  <a:pt x="21" y="7"/>
                </a:lnTo>
                <a:lnTo>
                  <a:pt x="14" y="14"/>
                </a:lnTo>
                <a:lnTo>
                  <a:pt x="0" y="7"/>
                </a:lnTo>
                <a:close/>
              </a:path>
            </a:pathLst>
          </a:custGeom>
          <a:solidFill>
            <a:srgbClr val="00000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6168" name="Freeform 88"/>
          <p:cNvSpPr>
            <a:spLocks/>
          </p:cNvSpPr>
          <p:nvPr/>
        </p:nvSpPr>
        <p:spPr bwMode="auto">
          <a:xfrm>
            <a:off x="8170863" y="5384800"/>
            <a:ext cx="263525" cy="438150"/>
          </a:xfrm>
          <a:custGeom>
            <a:avLst/>
            <a:gdLst>
              <a:gd name="T0" fmla="*/ 0 w 166"/>
              <a:gd name="T1" fmla="*/ 2147483647 h 276"/>
              <a:gd name="T2" fmla="*/ 2147483647 w 166"/>
              <a:gd name="T3" fmla="*/ 2147483647 h 276"/>
              <a:gd name="T4" fmla="*/ 2147483647 w 166"/>
              <a:gd name="T5" fmla="*/ 2147483647 h 276"/>
              <a:gd name="T6" fmla="*/ 2147483647 w 166"/>
              <a:gd name="T7" fmla="*/ 0 h 276"/>
              <a:gd name="T8" fmla="*/ 0 w 166"/>
              <a:gd name="T9" fmla="*/ 2147483647 h 27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66"/>
              <a:gd name="T16" fmla="*/ 0 h 276"/>
              <a:gd name="T17" fmla="*/ 166 w 166"/>
              <a:gd name="T18" fmla="*/ 276 h 27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66" h="276">
                <a:moveTo>
                  <a:pt x="0" y="269"/>
                </a:moveTo>
                <a:lnTo>
                  <a:pt x="14" y="276"/>
                </a:lnTo>
                <a:lnTo>
                  <a:pt x="166" y="7"/>
                </a:lnTo>
                <a:lnTo>
                  <a:pt x="152" y="0"/>
                </a:lnTo>
                <a:lnTo>
                  <a:pt x="0" y="269"/>
                </a:lnTo>
                <a:close/>
              </a:path>
            </a:pathLst>
          </a:custGeom>
          <a:solidFill>
            <a:srgbClr val="00000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6169" name="Freeform 89"/>
          <p:cNvSpPr>
            <a:spLocks/>
          </p:cNvSpPr>
          <p:nvPr/>
        </p:nvSpPr>
        <p:spPr bwMode="auto">
          <a:xfrm>
            <a:off x="8412163" y="5319713"/>
            <a:ext cx="22225" cy="22225"/>
          </a:xfrm>
          <a:custGeom>
            <a:avLst/>
            <a:gdLst>
              <a:gd name="T0" fmla="*/ 2147483647 w 14"/>
              <a:gd name="T1" fmla="*/ 2147483647 h 14"/>
              <a:gd name="T2" fmla="*/ 2147483647 w 14"/>
              <a:gd name="T3" fmla="*/ 0 h 14"/>
              <a:gd name="T4" fmla="*/ 0 w 14"/>
              <a:gd name="T5" fmla="*/ 2147483647 h 14"/>
              <a:gd name="T6" fmla="*/ 0 w 14"/>
              <a:gd name="T7" fmla="*/ 2147483647 h 14"/>
              <a:gd name="T8" fmla="*/ 2147483647 w 14"/>
              <a:gd name="T9" fmla="*/ 2147483647 h 1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4"/>
              <a:gd name="T16" fmla="*/ 0 h 14"/>
              <a:gd name="T17" fmla="*/ 14 w 14"/>
              <a:gd name="T18" fmla="*/ 14 h 1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4" h="14">
                <a:moveTo>
                  <a:pt x="14" y="7"/>
                </a:moveTo>
                <a:lnTo>
                  <a:pt x="14" y="0"/>
                </a:lnTo>
                <a:lnTo>
                  <a:pt x="0" y="7"/>
                </a:lnTo>
                <a:lnTo>
                  <a:pt x="0" y="14"/>
                </a:lnTo>
                <a:lnTo>
                  <a:pt x="14" y="7"/>
                </a:lnTo>
                <a:close/>
              </a:path>
            </a:pathLst>
          </a:custGeom>
          <a:solidFill>
            <a:srgbClr val="00000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6170" name="Freeform 90"/>
          <p:cNvSpPr>
            <a:spLocks/>
          </p:cNvSpPr>
          <p:nvPr/>
        </p:nvSpPr>
        <p:spPr bwMode="auto">
          <a:xfrm>
            <a:off x="8707438" y="5811838"/>
            <a:ext cx="33337" cy="22225"/>
          </a:xfrm>
          <a:custGeom>
            <a:avLst/>
            <a:gdLst>
              <a:gd name="T0" fmla="*/ 2147483647 w 21"/>
              <a:gd name="T1" fmla="*/ 0 h 14"/>
              <a:gd name="T2" fmla="*/ 2147483647 w 21"/>
              <a:gd name="T3" fmla="*/ 2147483647 h 14"/>
              <a:gd name="T4" fmla="*/ 2147483647 w 21"/>
              <a:gd name="T5" fmla="*/ 2147483647 h 14"/>
              <a:gd name="T6" fmla="*/ 0 w 21"/>
              <a:gd name="T7" fmla="*/ 2147483647 h 14"/>
              <a:gd name="T8" fmla="*/ 2147483647 w 21"/>
              <a:gd name="T9" fmla="*/ 0 h 1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1"/>
              <a:gd name="T16" fmla="*/ 0 h 14"/>
              <a:gd name="T17" fmla="*/ 21 w 21"/>
              <a:gd name="T18" fmla="*/ 14 h 1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1" h="14">
                <a:moveTo>
                  <a:pt x="14" y="0"/>
                </a:moveTo>
                <a:lnTo>
                  <a:pt x="21" y="7"/>
                </a:lnTo>
                <a:lnTo>
                  <a:pt x="7" y="14"/>
                </a:lnTo>
                <a:lnTo>
                  <a:pt x="0" y="7"/>
                </a:lnTo>
                <a:lnTo>
                  <a:pt x="14" y="0"/>
                </a:lnTo>
                <a:close/>
              </a:path>
            </a:pathLst>
          </a:custGeom>
          <a:solidFill>
            <a:srgbClr val="00000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6171" name="Freeform 91"/>
          <p:cNvSpPr>
            <a:spLocks/>
          </p:cNvSpPr>
          <p:nvPr/>
        </p:nvSpPr>
        <p:spPr bwMode="auto">
          <a:xfrm>
            <a:off x="8412163" y="5330825"/>
            <a:ext cx="317500" cy="492125"/>
          </a:xfrm>
          <a:custGeom>
            <a:avLst/>
            <a:gdLst>
              <a:gd name="T0" fmla="*/ 2147483647 w 200"/>
              <a:gd name="T1" fmla="*/ 0 h 310"/>
              <a:gd name="T2" fmla="*/ 0 w 200"/>
              <a:gd name="T3" fmla="*/ 2147483647 h 310"/>
              <a:gd name="T4" fmla="*/ 2147483647 w 200"/>
              <a:gd name="T5" fmla="*/ 2147483647 h 310"/>
              <a:gd name="T6" fmla="*/ 2147483647 w 200"/>
              <a:gd name="T7" fmla="*/ 2147483647 h 310"/>
              <a:gd name="T8" fmla="*/ 2147483647 w 200"/>
              <a:gd name="T9" fmla="*/ 0 h 31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00"/>
              <a:gd name="T16" fmla="*/ 0 h 310"/>
              <a:gd name="T17" fmla="*/ 200 w 200"/>
              <a:gd name="T18" fmla="*/ 310 h 31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00" h="310">
                <a:moveTo>
                  <a:pt x="14" y="0"/>
                </a:moveTo>
                <a:lnTo>
                  <a:pt x="0" y="7"/>
                </a:lnTo>
                <a:lnTo>
                  <a:pt x="186" y="310"/>
                </a:lnTo>
                <a:lnTo>
                  <a:pt x="200" y="303"/>
                </a:lnTo>
                <a:lnTo>
                  <a:pt x="14" y="0"/>
                </a:lnTo>
                <a:close/>
              </a:path>
            </a:pathLst>
          </a:custGeom>
          <a:solidFill>
            <a:srgbClr val="00000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6172" name="Rectangle 92"/>
          <p:cNvSpPr>
            <a:spLocks noChangeArrowheads="1"/>
          </p:cNvSpPr>
          <p:nvPr/>
        </p:nvSpPr>
        <p:spPr bwMode="auto">
          <a:xfrm>
            <a:off x="8062913" y="5691188"/>
            <a:ext cx="228600" cy="241300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6173" name="Rectangle 93"/>
          <p:cNvSpPr>
            <a:spLocks noChangeArrowheads="1"/>
          </p:cNvSpPr>
          <p:nvPr/>
        </p:nvSpPr>
        <p:spPr bwMode="auto">
          <a:xfrm>
            <a:off x="8062913" y="5691188"/>
            <a:ext cx="228600" cy="241300"/>
          </a:xfrm>
          <a:prstGeom prst="rect">
            <a:avLst/>
          </a:prstGeom>
          <a:noFill/>
          <a:ln w="22225">
            <a:solidFill>
              <a:srgbClr val="0000FF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6174" name="Rectangle 94"/>
          <p:cNvSpPr>
            <a:spLocks noChangeArrowheads="1"/>
          </p:cNvSpPr>
          <p:nvPr/>
        </p:nvSpPr>
        <p:spPr bwMode="auto">
          <a:xfrm>
            <a:off x="8543925" y="5691188"/>
            <a:ext cx="239713" cy="241300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6175" name="Rectangle 95"/>
          <p:cNvSpPr>
            <a:spLocks noChangeArrowheads="1"/>
          </p:cNvSpPr>
          <p:nvPr/>
        </p:nvSpPr>
        <p:spPr bwMode="auto">
          <a:xfrm>
            <a:off x="8543925" y="5691188"/>
            <a:ext cx="239713" cy="241300"/>
          </a:xfrm>
          <a:prstGeom prst="rect">
            <a:avLst/>
          </a:prstGeom>
          <a:noFill/>
          <a:ln w="22225">
            <a:solidFill>
              <a:srgbClr val="0000FF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6176" name="Oval 96"/>
          <p:cNvSpPr>
            <a:spLocks noChangeArrowheads="1"/>
          </p:cNvSpPr>
          <p:nvPr/>
        </p:nvSpPr>
        <p:spPr bwMode="auto">
          <a:xfrm>
            <a:off x="8248650" y="5145088"/>
            <a:ext cx="360363" cy="360362"/>
          </a:xfrm>
          <a:prstGeom prst="ellipse">
            <a:avLst/>
          </a:prstGeom>
          <a:solidFill>
            <a:srgbClr val="FFFFFF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6177" name="Oval 97"/>
          <p:cNvSpPr>
            <a:spLocks noChangeArrowheads="1"/>
          </p:cNvSpPr>
          <p:nvPr/>
        </p:nvSpPr>
        <p:spPr bwMode="auto">
          <a:xfrm>
            <a:off x="8248650" y="5145088"/>
            <a:ext cx="360363" cy="360362"/>
          </a:xfrm>
          <a:prstGeom prst="ellipse">
            <a:avLst/>
          </a:prstGeom>
          <a:noFill/>
          <a:ln w="222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6178" name="Rectangle 98"/>
          <p:cNvSpPr>
            <a:spLocks noChangeArrowheads="1"/>
          </p:cNvSpPr>
          <p:nvPr/>
        </p:nvSpPr>
        <p:spPr bwMode="auto">
          <a:xfrm>
            <a:off x="8388350" y="5243513"/>
            <a:ext cx="1905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500">
                <a:solidFill>
                  <a:srgbClr val="000000"/>
                </a:solidFill>
                <a:latin typeface="Times" charset="0"/>
              </a:rPr>
              <a:t>88</a:t>
            </a:r>
            <a:endParaRPr lang="en-US"/>
          </a:p>
        </p:txBody>
      </p:sp>
      <p:sp>
        <p:nvSpPr>
          <p:cNvPr id="46179" name="Freeform 99"/>
          <p:cNvSpPr>
            <a:spLocks/>
          </p:cNvSpPr>
          <p:nvPr/>
        </p:nvSpPr>
        <p:spPr bwMode="auto">
          <a:xfrm>
            <a:off x="4333875" y="4357688"/>
            <a:ext cx="33338" cy="22225"/>
          </a:xfrm>
          <a:custGeom>
            <a:avLst/>
            <a:gdLst>
              <a:gd name="T0" fmla="*/ 2147483647 w 21"/>
              <a:gd name="T1" fmla="*/ 2147483647 h 14"/>
              <a:gd name="T2" fmla="*/ 2147483647 w 21"/>
              <a:gd name="T3" fmla="*/ 2147483647 h 14"/>
              <a:gd name="T4" fmla="*/ 2147483647 w 21"/>
              <a:gd name="T5" fmla="*/ 0 h 14"/>
              <a:gd name="T6" fmla="*/ 0 w 21"/>
              <a:gd name="T7" fmla="*/ 2147483647 h 14"/>
              <a:gd name="T8" fmla="*/ 2147483647 w 21"/>
              <a:gd name="T9" fmla="*/ 2147483647 h 1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1"/>
              <a:gd name="T16" fmla="*/ 0 h 14"/>
              <a:gd name="T17" fmla="*/ 21 w 21"/>
              <a:gd name="T18" fmla="*/ 14 h 1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1" h="14">
                <a:moveTo>
                  <a:pt x="14" y="14"/>
                </a:moveTo>
                <a:lnTo>
                  <a:pt x="21" y="7"/>
                </a:lnTo>
                <a:lnTo>
                  <a:pt x="7" y="0"/>
                </a:lnTo>
                <a:lnTo>
                  <a:pt x="0" y="7"/>
                </a:lnTo>
                <a:lnTo>
                  <a:pt x="14" y="14"/>
                </a:lnTo>
                <a:close/>
              </a:path>
            </a:pathLst>
          </a:custGeom>
          <a:solidFill>
            <a:srgbClr val="00000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6180" name="Freeform 100"/>
          <p:cNvSpPr>
            <a:spLocks/>
          </p:cNvSpPr>
          <p:nvPr/>
        </p:nvSpPr>
        <p:spPr bwMode="auto">
          <a:xfrm>
            <a:off x="4159250" y="4849813"/>
            <a:ext cx="22225" cy="22225"/>
          </a:xfrm>
          <a:custGeom>
            <a:avLst/>
            <a:gdLst>
              <a:gd name="T0" fmla="*/ 2147483647 w 14"/>
              <a:gd name="T1" fmla="*/ 2147483647 h 14"/>
              <a:gd name="T2" fmla="*/ 2147483647 w 14"/>
              <a:gd name="T3" fmla="*/ 2147483647 h 14"/>
              <a:gd name="T4" fmla="*/ 0 w 14"/>
              <a:gd name="T5" fmla="*/ 2147483647 h 14"/>
              <a:gd name="T6" fmla="*/ 0 w 14"/>
              <a:gd name="T7" fmla="*/ 0 h 14"/>
              <a:gd name="T8" fmla="*/ 2147483647 w 14"/>
              <a:gd name="T9" fmla="*/ 2147483647 h 1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4"/>
              <a:gd name="T16" fmla="*/ 0 h 14"/>
              <a:gd name="T17" fmla="*/ 14 w 14"/>
              <a:gd name="T18" fmla="*/ 14 h 1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4" h="14">
                <a:moveTo>
                  <a:pt x="14" y="7"/>
                </a:moveTo>
                <a:lnTo>
                  <a:pt x="14" y="14"/>
                </a:lnTo>
                <a:lnTo>
                  <a:pt x="0" y="7"/>
                </a:lnTo>
                <a:lnTo>
                  <a:pt x="0" y="0"/>
                </a:lnTo>
                <a:lnTo>
                  <a:pt x="14" y="7"/>
                </a:lnTo>
                <a:close/>
              </a:path>
            </a:pathLst>
          </a:custGeom>
          <a:solidFill>
            <a:srgbClr val="00000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6181" name="Freeform 101"/>
          <p:cNvSpPr>
            <a:spLocks/>
          </p:cNvSpPr>
          <p:nvPr/>
        </p:nvSpPr>
        <p:spPr bwMode="auto">
          <a:xfrm>
            <a:off x="4159250" y="4368800"/>
            <a:ext cx="196850" cy="492125"/>
          </a:xfrm>
          <a:custGeom>
            <a:avLst/>
            <a:gdLst>
              <a:gd name="T0" fmla="*/ 2147483647 w 124"/>
              <a:gd name="T1" fmla="*/ 2147483647 h 310"/>
              <a:gd name="T2" fmla="*/ 2147483647 w 124"/>
              <a:gd name="T3" fmla="*/ 0 h 310"/>
              <a:gd name="T4" fmla="*/ 0 w 124"/>
              <a:gd name="T5" fmla="*/ 2147483647 h 310"/>
              <a:gd name="T6" fmla="*/ 2147483647 w 124"/>
              <a:gd name="T7" fmla="*/ 2147483647 h 310"/>
              <a:gd name="T8" fmla="*/ 2147483647 w 124"/>
              <a:gd name="T9" fmla="*/ 2147483647 h 31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24"/>
              <a:gd name="T16" fmla="*/ 0 h 310"/>
              <a:gd name="T17" fmla="*/ 124 w 124"/>
              <a:gd name="T18" fmla="*/ 310 h 31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24" h="310">
                <a:moveTo>
                  <a:pt x="124" y="7"/>
                </a:moveTo>
                <a:lnTo>
                  <a:pt x="110" y="0"/>
                </a:lnTo>
                <a:lnTo>
                  <a:pt x="0" y="303"/>
                </a:lnTo>
                <a:lnTo>
                  <a:pt x="14" y="310"/>
                </a:lnTo>
                <a:lnTo>
                  <a:pt x="124" y="7"/>
                </a:lnTo>
                <a:close/>
              </a:path>
            </a:pathLst>
          </a:custGeom>
          <a:solidFill>
            <a:srgbClr val="00000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6182" name="Freeform 102"/>
          <p:cNvSpPr>
            <a:spLocks/>
          </p:cNvSpPr>
          <p:nvPr/>
        </p:nvSpPr>
        <p:spPr bwMode="auto">
          <a:xfrm>
            <a:off x="4398963" y="4357688"/>
            <a:ext cx="22225" cy="22225"/>
          </a:xfrm>
          <a:custGeom>
            <a:avLst/>
            <a:gdLst>
              <a:gd name="T0" fmla="*/ 2147483647 w 14"/>
              <a:gd name="T1" fmla="*/ 0 h 14"/>
              <a:gd name="T2" fmla="*/ 2147483647 w 14"/>
              <a:gd name="T3" fmla="*/ 0 h 14"/>
              <a:gd name="T4" fmla="*/ 0 w 14"/>
              <a:gd name="T5" fmla="*/ 2147483647 h 14"/>
              <a:gd name="T6" fmla="*/ 0 w 14"/>
              <a:gd name="T7" fmla="*/ 2147483647 h 14"/>
              <a:gd name="T8" fmla="*/ 2147483647 w 14"/>
              <a:gd name="T9" fmla="*/ 0 h 1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4"/>
              <a:gd name="T16" fmla="*/ 0 h 14"/>
              <a:gd name="T17" fmla="*/ 14 w 14"/>
              <a:gd name="T18" fmla="*/ 14 h 1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4" h="14">
                <a:moveTo>
                  <a:pt x="14" y="0"/>
                </a:moveTo>
                <a:lnTo>
                  <a:pt x="7" y="0"/>
                </a:lnTo>
                <a:lnTo>
                  <a:pt x="0" y="7"/>
                </a:lnTo>
                <a:lnTo>
                  <a:pt x="0" y="14"/>
                </a:lnTo>
                <a:lnTo>
                  <a:pt x="14" y="0"/>
                </a:lnTo>
                <a:close/>
              </a:path>
            </a:pathLst>
          </a:custGeom>
          <a:solidFill>
            <a:srgbClr val="00000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6183" name="Freeform 103"/>
          <p:cNvSpPr>
            <a:spLocks/>
          </p:cNvSpPr>
          <p:nvPr/>
        </p:nvSpPr>
        <p:spPr bwMode="auto">
          <a:xfrm>
            <a:off x="4879975" y="4838700"/>
            <a:ext cx="33338" cy="33338"/>
          </a:xfrm>
          <a:custGeom>
            <a:avLst/>
            <a:gdLst>
              <a:gd name="T0" fmla="*/ 2147483647 w 21"/>
              <a:gd name="T1" fmla="*/ 0 h 21"/>
              <a:gd name="T2" fmla="*/ 2147483647 w 21"/>
              <a:gd name="T3" fmla="*/ 2147483647 h 21"/>
              <a:gd name="T4" fmla="*/ 2147483647 w 21"/>
              <a:gd name="T5" fmla="*/ 2147483647 h 21"/>
              <a:gd name="T6" fmla="*/ 0 w 21"/>
              <a:gd name="T7" fmla="*/ 2147483647 h 21"/>
              <a:gd name="T8" fmla="*/ 2147483647 w 21"/>
              <a:gd name="T9" fmla="*/ 0 h 21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1"/>
              <a:gd name="T16" fmla="*/ 0 h 21"/>
              <a:gd name="T17" fmla="*/ 21 w 21"/>
              <a:gd name="T18" fmla="*/ 21 h 21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1" h="21">
                <a:moveTo>
                  <a:pt x="14" y="0"/>
                </a:moveTo>
                <a:lnTo>
                  <a:pt x="21" y="7"/>
                </a:lnTo>
                <a:lnTo>
                  <a:pt x="7" y="21"/>
                </a:lnTo>
                <a:lnTo>
                  <a:pt x="0" y="14"/>
                </a:lnTo>
                <a:lnTo>
                  <a:pt x="14" y="0"/>
                </a:lnTo>
                <a:close/>
              </a:path>
            </a:pathLst>
          </a:custGeom>
          <a:solidFill>
            <a:srgbClr val="00000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6184" name="Freeform 104"/>
          <p:cNvSpPr>
            <a:spLocks/>
          </p:cNvSpPr>
          <p:nvPr/>
        </p:nvSpPr>
        <p:spPr bwMode="auto">
          <a:xfrm>
            <a:off x="4398963" y="4357688"/>
            <a:ext cx="503237" cy="503237"/>
          </a:xfrm>
          <a:custGeom>
            <a:avLst/>
            <a:gdLst>
              <a:gd name="T0" fmla="*/ 2147483647 w 317"/>
              <a:gd name="T1" fmla="*/ 0 h 317"/>
              <a:gd name="T2" fmla="*/ 0 w 317"/>
              <a:gd name="T3" fmla="*/ 2147483647 h 317"/>
              <a:gd name="T4" fmla="*/ 2147483647 w 317"/>
              <a:gd name="T5" fmla="*/ 2147483647 h 317"/>
              <a:gd name="T6" fmla="*/ 2147483647 w 317"/>
              <a:gd name="T7" fmla="*/ 2147483647 h 317"/>
              <a:gd name="T8" fmla="*/ 2147483647 w 317"/>
              <a:gd name="T9" fmla="*/ 0 h 317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17"/>
              <a:gd name="T16" fmla="*/ 0 h 317"/>
              <a:gd name="T17" fmla="*/ 317 w 317"/>
              <a:gd name="T18" fmla="*/ 317 h 317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17" h="317">
                <a:moveTo>
                  <a:pt x="14" y="0"/>
                </a:moveTo>
                <a:lnTo>
                  <a:pt x="0" y="14"/>
                </a:lnTo>
                <a:lnTo>
                  <a:pt x="303" y="317"/>
                </a:lnTo>
                <a:lnTo>
                  <a:pt x="317" y="303"/>
                </a:lnTo>
                <a:lnTo>
                  <a:pt x="14" y="0"/>
                </a:lnTo>
                <a:close/>
              </a:path>
            </a:pathLst>
          </a:custGeom>
          <a:solidFill>
            <a:srgbClr val="00000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6185" name="Freeform 105"/>
          <p:cNvSpPr>
            <a:spLocks/>
          </p:cNvSpPr>
          <p:nvPr/>
        </p:nvSpPr>
        <p:spPr bwMode="auto">
          <a:xfrm>
            <a:off x="5349875" y="3887788"/>
            <a:ext cx="22225" cy="20637"/>
          </a:xfrm>
          <a:custGeom>
            <a:avLst/>
            <a:gdLst>
              <a:gd name="T0" fmla="*/ 2147483647 w 14"/>
              <a:gd name="T1" fmla="*/ 0 h 13"/>
              <a:gd name="T2" fmla="*/ 0 w 14"/>
              <a:gd name="T3" fmla="*/ 0 h 13"/>
              <a:gd name="T4" fmla="*/ 0 w 14"/>
              <a:gd name="T5" fmla="*/ 2147483647 h 13"/>
              <a:gd name="T6" fmla="*/ 2147483647 w 14"/>
              <a:gd name="T7" fmla="*/ 2147483647 h 13"/>
              <a:gd name="T8" fmla="*/ 2147483647 w 14"/>
              <a:gd name="T9" fmla="*/ 0 h 1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4"/>
              <a:gd name="T16" fmla="*/ 0 h 13"/>
              <a:gd name="T17" fmla="*/ 14 w 14"/>
              <a:gd name="T18" fmla="*/ 13 h 1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4" h="13">
                <a:moveTo>
                  <a:pt x="14" y="0"/>
                </a:moveTo>
                <a:lnTo>
                  <a:pt x="0" y="0"/>
                </a:lnTo>
                <a:lnTo>
                  <a:pt x="0" y="13"/>
                </a:lnTo>
                <a:lnTo>
                  <a:pt x="7" y="13"/>
                </a:lnTo>
                <a:lnTo>
                  <a:pt x="14" y="0"/>
                </a:lnTo>
                <a:close/>
              </a:path>
            </a:pathLst>
          </a:custGeom>
          <a:solidFill>
            <a:srgbClr val="00000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6186" name="Freeform 106"/>
          <p:cNvSpPr>
            <a:spLocks/>
          </p:cNvSpPr>
          <p:nvPr/>
        </p:nvSpPr>
        <p:spPr bwMode="auto">
          <a:xfrm>
            <a:off x="7242175" y="4357688"/>
            <a:ext cx="22225" cy="31750"/>
          </a:xfrm>
          <a:custGeom>
            <a:avLst/>
            <a:gdLst>
              <a:gd name="T0" fmla="*/ 2147483647 w 14"/>
              <a:gd name="T1" fmla="*/ 0 h 20"/>
              <a:gd name="T2" fmla="*/ 2147483647 w 14"/>
              <a:gd name="T3" fmla="*/ 0 h 20"/>
              <a:gd name="T4" fmla="*/ 2147483647 w 14"/>
              <a:gd name="T5" fmla="*/ 2147483647 h 20"/>
              <a:gd name="T6" fmla="*/ 0 w 14"/>
              <a:gd name="T7" fmla="*/ 2147483647 h 20"/>
              <a:gd name="T8" fmla="*/ 2147483647 w 14"/>
              <a:gd name="T9" fmla="*/ 0 h 2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4"/>
              <a:gd name="T16" fmla="*/ 0 h 20"/>
              <a:gd name="T17" fmla="*/ 14 w 14"/>
              <a:gd name="T18" fmla="*/ 20 h 2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4" h="20">
                <a:moveTo>
                  <a:pt x="7" y="0"/>
                </a:moveTo>
                <a:lnTo>
                  <a:pt x="14" y="0"/>
                </a:lnTo>
                <a:lnTo>
                  <a:pt x="7" y="20"/>
                </a:lnTo>
                <a:lnTo>
                  <a:pt x="0" y="14"/>
                </a:lnTo>
                <a:lnTo>
                  <a:pt x="7" y="0"/>
                </a:lnTo>
                <a:close/>
              </a:path>
            </a:pathLst>
          </a:custGeom>
          <a:solidFill>
            <a:srgbClr val="00000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6187" name="Freeform 107"/>
          <p:cNvSpPr>
            <a:spLocks/>
          </p:cNvSpPr>
          <p:nvPr/>
        </p:nvSpPr>
        <p:spPr bwMode="auto">
          <a:xfrm>
            <a:off x="5360988" y="3887788"/>
            <a:ext cx="1892300" cy="492125"/>
          </a:xfrm>
          <a:custGeom>
            <a:avLst/>
            <a:gdLst>
              <a:gd name="T0" fmla="*/ 2147483647 w 1192"/>
              <a:gd name="T1" fmla="*/ 0 h 310"/>
              <a:gd name="T2" fmla="*/ 0 w 1192"/>
              <a:gd name="T3" fmla="*/ 2147483647 h 310"/>
              <a:gd name="T4" fmla="*/ 2147483647 w 1192"/>
              <a:gd name="T5" fmla="*/ 2147483647 h 310"/>
              <a:gd name="T6" fmla="*/ 2147483647 w 1192"/>
              <a:gd name="T7" fmla="*/ 2147483647 h 310"/>
              <a:gd name="T8" fmla="*/ 2147483647 w 1192"/>
              <a:gd name="T9" fmla="*/ 0 h 31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192"/>
              <a:gd name="T16" fmla="*/ 0 h 310"/>
              <a:gd name="T17" fmla="*/ 1192 w 1192"/>
              <a:gd name="T18" fmla="*/ 310 h 31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192" h="310">
                <a:moveTo>
                  <a:pt x="7" y="0"/>
                </a:moveTo>
                <a:lnTo>
                  <a:pt x="0" y="13"/>
                </a:lnTo>
                <a:lnTo>
                  <a:pt x="1185" y="310"/>
                </a:lnTo>
                <a:lnTo>
                  <a:pt x="1192" y="296"/>
                </a:lnTo>
                <a:lnTo>
                  <a:pt x="7" y="0"/>
                </a:lnTo>
                <a:close/>
              </a:path>
            </a:pathLst>
          </a:custGeom>
          <a:solidFill>
            <a:srgbClr val="00000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6188" name="Freeform 108"/>
          <p:cNvSpPr>
            <a:spLocks/>
          </p:cNvSpPr>
          <p:nvPr/>
        </p:nvSpPr>
        <p:spPr bwMode="auto">
          <a:xfrm>
            <a:off x="4398963" y="4357688"/>
            <a:ext cx="22225" cy="31750"/>
          </a:xfrm>
          <a:custGeom>
            <a:avLst/>
            <a:gdLst>
              <a:gd name="T0" fmla="*/ 2147483647 w 14"/>
              <a:gd name="T1" fmla="*/ 0 h 20"/>
              <a:gd name="T2" fmla="*/ 0 w 14"/>
              <a:gd name="T3" fmla="*/ 2147483647 h 20"/>
              <a:gd name="T4" fmla="*/ 2147483647 w 14"/>
              <a:gd name="T5" fmla="*/ 2147483647 h 20"/>
              <a:gd name="T6" fmla="*/ 2147483647 w 14"/>
              <a:gd name="T7" fmla="*/ 2147483647 h 20"/>
              <a:gd name="T8" fmla="*/ 2147483647 w 14"/>
              <a:gd name="T9" fmla="*/ 0 h 2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4"/>
              <a:gd name="T16" fmla="*/ 0 h 20"/>
              <a:gd name="T17" fmla="*/ 14 w 14"/>
              <a:gd name="T18" fmla="*/ 20 h 2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4" h="20">
                <a:moveTo>
                  <a:pt x="7" y="0"/>
                </a:moveTo>
                <a:lnTo>
                  <a:pt x="0" y="7"/>
                </a:lnTo>
                <a:lnTo>
                  <a:pt x="7" y="20"/>
                </a:lnTo>
                <a:lnTo>
                  <a:pt x="14" y="14"/>
                </a:lnTo>
                <a:lnTo>
                  <a:pt x="7" y="0"/>
                </a:lnTo>
                <a:close/>
              </a:path>
            </a:pathLst>
          </a:custGeom>
          <a:solidFill>
            <a:srgbClr val="00000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6189" name="Freeform 109"/>
          <p:cNvSpPr>
            <a:spLocks/>
          </p:cNvSpPr>
          <p:nvPr/>
        </p:nvSpPr>
        <p:spPr bwMode="auto">
          <a:xfrm>
            <a:off x="5360988" y="3887788"/>
            <a:ext cx="22225" cy="20637"/>
          </a:xfrm>
          <a:custGeom>
            <a:avLst/>
            <a:gdLst>
              <a:gd name="T0" fmla="*/ 0 w 14"/>
              <a:gd name="T1" fmla="*/ 0 h 13"/>
              <a:gd name="T2" fmla="*/ 2147483647 w 14"/>
              <a:gd name="T3" fmla="*/ 0 h 13"/>
              <a:gd name="T4" fmla="*/ 2147483647 w 14"/>
              <a:gd name="T5" fmla="*/ 2147483647 h 13"/>
              <a:gd name="T6" fmla="*/ 2147483647 w 14"/>
              <a:gd name="T7" fmla="*/ 2147483647 h 13"/>
              <a:gd name="T8" fmla="*/ 0 w 14"/>
              <a:gd name="T9" fmla="*/ 0 h 1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4"/>
              <a:gd name="T16" fmla="*/ 0 h 13"/>
              <a:gd name="T17" fmla="*/ 14 w 14"/>
              <a:gd name="T18" fmla="*/ 13 h 1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4" h="13">
                <a:moveTo>
                  <a:pt x="0" y="0"/>
                </a:moveTo>
                <a:lnTo>
                  <a:pt x="7" y="0"/>
                </a:lnTo>
                <a:lnTo>
                  <a:pt x="14" y="13"/>
                </a:lnTo>
                <a:lnTo>
                  <a:pt x="7" y="13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6190" name="Freeform 110"/>
          <p:cNvSpPr>
            <a:spLocks/>
          </p:cNvSpPr>
          <p:nvPr/>
        </p:nvSpPr>
        <p:spPr bwMode="auto">
          <a:xfrm>
            <a:off x="4410075" y="3887788"/>
            <a:ext cx="962025" cy="492125"/>
          </a:xfrm>
          <a:custGeom>
            <a:avLst/>
            <a:gdLst>
              <a:gd name="T0" fmla="*/ 0 w 606"/>
              <a:gd name="T1" fmla="*/ 2147483647 h 310"/>
              <a:gd name="T2" fmla="*/ 2147483647 w 606"/>
              <a:gd name="T3" fmla="*/ 2147483647 h 310"/>
              <a:gd name="T4" fmla="*/ 2147483647 w 606"/>
              <a:gd name="T5" fmla="*/ 2147483647 h 310"/>
              <a:gd name="T6" fmla="*/ 2147483647 w 606"/>
              <a:gd name="T7" fmla="*/ 0 h 310"/>
              <a:gd name="T8" fmla="*/ 0 w 606"/>
              <a:gd name="T9" fmla="*/ 2147483647 h 31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606"/>
              <a:gd name="T16" fmla="*/ 0 h 310"/>
              <a:gd name="T17" fmla="*/ 606 w 606"/>
              <a:gd name="T18" fmla="*/ 310 h 31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606" h="310">
                <a:moveTo>
                  <a:pt x="0" y="296"/>
                </a:moveTo>
                <a:lnTo>
                  <a:pt x="7" y="310"/>
                </a:lnTo>
                <a:lnTo>
                  <a:pt x="606" y="13"/>
                </a:lnTo>
                <a:lnTo>
                  <a:pt x="599" y="0"/>
                </a:lnTo>
                <a:lnTo>
                  <a:pt x="0" y="296"/>
                </a:lnTo>
                <a:close/>
              </a:path>
            </a:pathLst>
          </a:custGeom>
          <a:solidFill>
            <a:srgbClr val="00000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6191" name="Oval 111"/>
          <p:cNvSpPr>
            <a:spLocks noChangeArrowheads="1"/>
          </p:cNvSpPr>
          <p:nvPr/>
        </p:nvSpPr>
        <p:spPr bwMode="auto">
          <a:xfrm>
            <a:off x="5186363" y="3711575"/>
            <a:ext cx="360362" cy="361950"/>
          </a:xfrm>
          <a:prstGeom prst="ellipse">
            <a:avLst/>
          </a:prstGeom>
          <a:solidFill>
            <a:srgbClr val="FFFFFF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6192" name="Oval 112"/>
          <p:cNvSpPr>
            <a:spLocks noChangeArrowheads="1"/>
          </p:cNvSpPr>
          <p:nvPr/>
        </p:nvSpPr>
        <p:spPr bwMode="auto">
          <a:xfrm>
            <a:off x="5186363" y="3713163"/>
            <a:ext cx="360362" cy="360362"/>
          </a:xfrm>
          <a:prstGeom prst="ellipse">
            <a:avLst/>
          </a:prstGeom>
          <a:noFill/>
          <a:ln w="222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6193" name="Rectangle 113"/>
          <p:cNvSpPr>
            <a:spLocks noChangeArrowheads="1"/>
          </p:cNvSpPr>
          <p:nvPr/>
        </p:nvSpPr>
        <p:spPr bwMode="auto">
          <a:xfrm>
            <a:off x="5326063" y="3811588"/>
            <a:ext cx="1905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500">
                <a:solidFill>
                  <a:srgbClr val="000000"/>
                </a:solidFill>
                <a:latin typeface="Times" charset="0"/>
              </a:rPr>
              <a:t>44</a:t>
            </a:r>
            <a:endParaRPr lang="en-US"/>
          </a:p>
        </p:txBody>
      </p:sp>
      <p:sp>
        <p:nvSpPr>
          <p:cNvPr id="46194" name="Oval 114"/>
          <p:cNvSpPr>
            <a:spLocks noChangeArrowheads="1"/>
          </p:cNvSpPr>
          <p:nvPr/>
        </p:nvSpPr>
        <p:spPr bwMode="auto">
          <a:xfrm>
            <a:off x="4235450" y="4192588"/>
            <a:ext cx="360363" cy="361950"/>
          </a:xfrm>
          <a:prstGeom prst="ellipse">
            <a:avLst/>
          </a:prstGeom>
          <a:solidFill>
            <a:srgbClr val="FFFFFF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6195" name="Oval 115"/>
          <p:cNvSpPr>
            <a:spLocks noChangeArrowheads="1"/>
          </p:cNvSpPr>
          <p:nvPr/>
        </p:nvSpPr>
        <p:spPr bwMode="auto">
          <a:xfrm>
            <a:off x="4235450" y="4194175"/>
            <a:ext cx="360363" cy="360363"/>
          </a:xfrm>
          <a:prstGeom prst="ellipse">
            <a:avLst/>
          </a:prstGeom>
          <a:noFill/>
          <a:ln w="222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6196" name="Rectangle 116"/>
          <p:cNvSpPr>
            <a:spLocks noChangeArrowheads="1"/>
          </p:cNvSpPr>
          <p:nvPr/>
        </p:nvSpPr>
        <p:spPr bwMode="auto">
          <a:xfrm>
            <a:off x="4364038" y="4292600"/>
            <a:ext cx="1905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500">
                <a:solidFill>
                  <a:srgbClr val="000000"/>
                </a:solidFill>
                <a:latin typeface="Times" charset="0"/>
              </a:rPr>
              <a:t>17</a:t>
            </a:r>
            <a:endParaRPr lang="en-US"/>
          </a:p>
        </p:txBody>
      </p:sp>
      <p:sp>
        <p:nvSpPr>
          <p:cNvPr id="46197" name="Freeform 117"/>
          <p:cNvSpPr>
            <a:spLocks/>
          </p:cNvSpPr>
          <p:nvPr/>
        </p:nvSpPr>
        <p:spPr bwMode="auto">
          <a:xfrm>
            <a:off x="7242175" y="4368800"/>
            <a:ext cx="22225" cy="42863"/>
          </a:xfrm>
          <a:custGeom>
            <a:avLst/>
            <a:gdLst>
              <a:gd name="T0" fmla="*/ 2147483647 w 14"/>
              <a:gd name="T1" fmla="*/ 2147483647 h 27"/>
              <a:gd name="T2" fmla="*/ 2147483647 w 14"/>
              <a:gd name="T3" fmla="*/ 2147483647 h 27"/>
              <a:gd name="T4" fmla="*/ 2147483647 w 14"/>
              <a:gd name="T5" fmla="*/ 0 h 27"/>
              <a:gd name="T6" fmla="*/ 0 w 14"/>
              <a:gd name="T7" fmla="*/ 2147483647 h 27"/>
              <a:gd name="T8" fmla="*/ 2147483647 w 14"/>
              <a:gd name="T9" fmla="*/ 2147483647 h 27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4"/>
              <a:gd name="T16" fmla="*/ 0 h 27"/>
              <a:gd name="T17" fmla="*/ 14 w 14"/>
              <a:gd name="T18" fmla="*/ 27 h 27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4" h="27">
                <a:moveTo>
                  <a:pt x="7" y="27"/>
                </a:moveTo>
                <a:lnTo>
                  <a:pt x="14" y="20"/>
                </a:lnTo>
                <a:lnTo>
                  <a:pt x="7" y="0"/>
                </a:lnTo>
                <a:lnTo>
                  <a:pt x="0" y="7"/>
                </a:lnTo>
                <a:lnTo>
                  <a:pt x="7" y="27"/>
                </a:lnTo>
                <a:close/>
              </a:path>
            </a:pathLst>
          </a:custGeom>
          <a:solidFill>
            <a:srgbClr val="FF000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6198" name="Freeform 118"/>
          <p:cNvSpPr>
            <a:spLocks/>
          </p:cNvSpPr>
          <p:nvPr/>
        </p:nvSpPr>
        <p:spPr bwMode="auto">
          <a:xfrm>
            <a:off x="6302375" y="4838700"/>
            <a:ext cx="31750" cy="33338"/>
          </a:xfrm>
          <a:custGeom>
            <a:avLst/>
            <a:gdLst>
              <a:gd name="T0" fmla="*/ 2147483647 w 20"/>
              <a:gd name="T1" fmla="*/ 2147483647 h 21"/>
              <a:gd name="T2" fmla="*/ 2147483647 w 20"/>
              <a:gd name="T3" fmla="*/ 2147483647 h 21"/>
              <a:gd name="T4" fmla="*/ 0 w 20"/>
              <a:gd name="T5" fmla="*/ 2147483647 h 21"/>
              <a:gd name="T6" fmla="*/ 2147483647 w 20"/>
              <a:gd name="T7" fmla="*/ 0 h 21"/>
              <a:gd name="T8" fmla="*/ 2147483647 w 20"/>
              <a:gd name="T9" fmla="*/ 2147483647 h 21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0"/>
              <a:gd name="T16" fmla="*/ 0 h 21"/>
              <a:gd name="T17" fmla="*/ 20 w 20"/>
              <a:gd name="T18" fmla="*/ 21 h 21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0" h="21">
                <a:moveTo>
                  <a:pt x="20" y="21"/>
                </a:moveTo>
                <a:lnTo>
                  <a:pt x="13" y="21"/>
                </a:lnTo>
                <a:lnTo>
                  <a:pt x="0" y="7"/>
                </a:lnTo>
                <a:lnTo>
                  <a:pt x="13" y="0"/>
                </a:lnTo>
                <a:lnTo>
                  <a:pt x="20" y="21"/>
                </a:lnTo>
                <a:close/>
              </a:path>
            </a:pathLst>
          </a:custGeom>
          <a:solidFill>
            <a:srgbClr val="FF000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6199" name="Freeform 119"/>
          <p:cNvSpPr>
            <a:spLocks/>
          </p:cNvSpPr>
          <p:nvPr/>
        </p:nvSpPr>
        <p:spPr bwMode="auto">
          <a:xfrm>
            <a:off x="6323013" y="4379913"/>
            <a:ext cx="930275" cy="492125"/>
          </a:xfrm>
          <a:custGeom>
            <a:avLst/>
            <a:gdLst>
              <a:gd name="T0" fmla="*/ 2147483647 w 586"/>
              <a:gd name="T1" fmla="*/ 2147483647 h 310"/>
              <a:gd name="T2" fmla="*/ 2147483647 w 586"/>
              <a:gd name="T3" fmla="*/ 0 h 310"/>
              <a:gd name="T4" fmla="*/ 0 w 586"/>
              <a:gd name="T5" fmla="*/ 2147483647 h 310"/>
              <a:gd name="T6" fmla="*/ 2147483647 w 586"/>
              <a:gd name="T7" fmla="*/ 2147483647 h 310"/>
              <a:gd name="T8" fmla="*/ 2147483647 w 586"/>
              <a:gd name="T9" fmla="*/ 2147483647 h 31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586"/>
              <a:gd name="T16" fmla="*/ 0 h 310"/>
              <a:gd name="T17" fmla="*/ 586 w 586"/>
              <a:gd name="T18" fmla="*/ 310 h 31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586" h="310">
                <a:moveTo>
                  <a:pt x="586" y="20"/>
                </a:moveTo>
                <a:lnTo>
                  <a:pt x="579" y="0"/>
                </a:lnTo>
                <a:lnTo>
                  <a:pt x="0" y="289"/>
                </a:lnTo>
                <a:lnTo>
                  <a:pt x="7" y="310"/>
                </a:lnTo>
                <a:lnTo>
                  <a:pt x="586" y="20"/>
                </a:lnTo>
                <a:close/>
              </a:path>
            </a:pathLst>
          </a:custGeom>
          <a:solidFill>
            <a:srgbClr val="FF000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6200" name="Oval 120"/>
          <p:cNvSpPr>
            <a:spLocks noChangeArrowheads="1"/>
          </p:cNvSpPr>
          <p:nvPr/>
        </p:nvSpPr>
        <p:spPr bwMode="auto">
          <a:xfrm>
            <a:off x="7745413" y="4675188"/>
            <a:ext cx="382587" cy="360362"/>
          </a:xfrm>
          <a:prstGeom prst="ellipse">
            <a:avLst/>
          </a:prstGeom>
          <a:solidFill>
            <a:srgbClr val="FFFFFF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6201" name="Oval 121"/>
          <p:cNvSpPr>
            <a:spLocks noChangeArrowheads="1"/>
          </p:cNvSpPr>
          <p:nvPr/>
        </p:nvSpPr>
        <p:spPr bwMode="auto">
          <a:xfrm>
            <a:off x="7745413" y="4675188"/>
            <a:ext cx="382587" cy="360362"/>
          </a:xfrm>
          <a:prstGeom prst="ellipse">
            <a:avLst/>
          </a:prstGeom>
          <a:noFill/>
          <a:ln w="22225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6202" name="Rectangle 122"/>
          <p:cNvSpPr>
            <a:spLocks noChangeArrowheads="1"/>
          </p:cNvSpPr>
          <p:nvPr/>
        </p:nvSpPr>
        <p:spPr bwMode="auto">
          <a:xfrm>
            <a:off x="7896225" y="4751388"/>
            <a:ext cx="1905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500">
                <a:solidFill>
                  <a:srgbClr val="FF0000"/>
                </a:solidFill>
                <a:latin typeface="Times" charset="0"/>
              </a:rPr>
              <a:t>78</a:t>
            </a:r>
            <a:endParaRPr lang="en-US"/>
          </a:p>
        </p:txBody>
      </p:sp>
      <p:sp>
        <p:nvSpPr>
          <p:cNvPr id="46203" name="Freeform 123"/>
          <p:cNvSpPr>
            <a:spLocks/>
          </p:cNvSpPr>
          <p:nvPr/>
        </p:nvSpPr>
        <p:spPr bwMode="auto">
          <a:xfrm>
            <a:off x="4640263" y="5330825"/>
            <a:ext cx="22225" cy="22225"/>
          </a:xfrm>
          <a:custGeom>
            <a:avLst/>
            <a:gdLst>
              <a:gd name="T0" fmla="*/ 0 w 14"/>
              <a:gd name="T1" fmla="*/ 0 h 14"/>
              <a:gd name="T2" fmla="*/ 0 w 14"/>
              <a:gd name="T3" fmla="*/ 2147483647 h 14"/>
              <a:gd name="T4" fmla="*/ 2147483647 w 14"/>
              <a:gd name="T5" fmla="*/ 2147483647 h 14"/>
              <a:gd name="T6" fmla="*/ 2147483647 w 14"/>
              <a:gd name="T7" fmla="*/ 2147483647 h 14"/>
              <a:gd name="T8" fmla="*/ 0 w 14"/>
              <a:gd name="T9" fmla="*/ 0 h 1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4"/>
              <a:gd name="T16" fmla="*/ 0 h 14"/>
              <a:gd name="T17" fmla="*/ 14 w 14"/>
              <a:gd name="T18" fmla="*/ 14 h 1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4" h="14">
                <a:moveTo>
                  <a:pt x="0" y="0"/>
                </a:moveTo>
                <a:lnTo>
                  <a:pt x="0" y="7"/>
                </a:lnTo>
                <a:lnTo>
                  <a:pt x="14" y="14"/>
                </a:lnTo>
                <a:lnTo>
                  <a:pt x="14" y="7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6204" name="Freeform 124"/>
          <p:cNvSpPr>
            <a:spLocks/>
          </p:cNvSpPr>
          <p:nvPr/>
        </p:nvSpPr>
        <p:spPr bwMode="auto">
          <a:xfrm>
            <a:off x="4879975" y="4838700"/>
            <a:ext cx="33338" cy="22225"/>
          </a:xfrm>
          <a:custGeom>
            <a:avLst/>
            <a:gdLst>
              <a:gd name="T0" fmla="*/ 0 w 21"/>
              <a:gd name="T1" fmla="*/ 2147483647 h 14"/>
              <a:gd name="T2" fmla="*/ 2147483647 w 21"/>
              <a:gd name="T3" fmla="*/ 0 h 14"/>
              <a:gd name="T4" fmla="*/ 2147483647 w 21"/>
              <a:gd name="T5" fmla="*/ 2147483647 h 14"/>
              <a:gd name="T6" fmla="*/ 2147483647 w 21"/>
              <a:gd name="T7" fmla="*/ 2147483647 h 14"/>
              <a:gd name="T8" fmla="*/ 0 w 21"/>
              <a:gd name="T9" fmla="*/ 2147483647 h 1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1"/>
              <a:gd name="T16" fmla="*/ 0 h 14"/>
              <a:gd name="T17" fmla="*/ 21 w 21"/>
              <a:gd name="T18" fmla="*/ 14 h 1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1" h="14">
                <a:moveTo>
                  <a:pt x="0" y="7"/>
                </a:moveTo>
                <a:lnTo>
                  <a:pt x="7" y="0"/>
                </a:lnTo>
                <a:lnTo>
                  <a:pt x="21" y="7"/>
                </a:lnTo>
                <a:lnTo>
                  <a:pt x="14" y="14"/>
                </a:lnTo>
                <a:lnTo>
                  <a:pt x="0" y="7"/>
                </a:lnTo>
                <a:close/>
              </a:path>
            </a:pathLst>
          </a:custGeom>
          <a:solidFill>
            <a:srgbClr val="00000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6205" name="Freeform 125"/>
          <p:cNvSpPr>
            <a:spLocks/>
          </p:cNvSpPr>
          <p:nvPr/>
        </p:nvSpPr>
        <p:spPr bwMode="auto">
          <a:xfrm>
            <a:off x="4640263" y="4849813"/>
            <a:ext cx="261937" cy="492125"/>
          </a:xfrm>
          <a:custGeom>
            <a:avLst/>
            <a:gdLst>
              <a:gd name="T0" fmla="*/ 0 w 165"/>
              <a:gd name="T1" fmla="*/ 2147483647 h 310"/>
              <a:gd name="T2" fmla="*/ 2147483647 w 165"/>
              <a:gd name="T3" fmla="*/ 2147483647 h 310"/>
              <a:gd name="T4" fmla="*/ 2147483647 w 165"/>
              <a:gd name="T5" fmla="*/ 2147483647 h 310"/>
              <a:gd name="T6" fmla="*/ 2147483647 w 165"/>
              <a:gd name="T7" fmla="*/ 0 h 310"/>
              <a:gd name="T8" fmla="*/ 0 w 165"/>
              <a:gd name="T9" fmla="*/ 2147483647 h 31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65"/>
              <a:gd name="T16" fmla="*/ 0 h 310"/>
              <a:gd name="T17" fmla="*/ 165 w 165"/>
              <a:gd name="T18" fmla="*/ 310 h 31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65" h="310">
                <a:moveTo>
                  <a:pt x="0" y="303"/>
                </a:moveTo>
                <a:lnTo>
                  <a:pt x="14" y="310"/>
                </a:lnTo>
                <a:lnTo>
                  <a:pt x="165" y="7"/>
                </a:lnTo>
                <a:lnTo>
                  <a:pt x="151" y="0"/>
                </a:lnTo>
                <a:lnTo>
                  <a:pt x="0" y="303"/>
                </a:lnTo>
                <a:close/>
              </a:path>
            </a:pathLst>
          </a:custGeom>
          <a:solidFill>
            <a:srgbClr val="00000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6206" name="Freeform 126"/>
          <p:cNvSpPr>
            <a:spLocks/>
          </p:cNvSpPr>
          <p:nvPr/>
        </p:nvSpPr>
        <p:spPr bwMode="auto">
          <a:xfrm>
            <a:off x="4879975" y="4838700"/>
            <a:ext cx="22225" cy="22225"/>
          </a:xfrm>
          <a:custGeom>
            <a:avLst/>
            <a:gdLst>
              <a:gd name="T0" fmla="*/ 2147483647 w 14"/>
              <a:gd name="T1" fmla="*/ 2147483647 h 14"/>
              <a:gd name="T2" fmla="*/ 2147483647 w 14"/>
              <a:gd name="T3" fmla="*/ 0 h 14"/>
              <a:gd name="T4" fmla="*/ 0 w 14"/>
              <a:gd name="T5" fmla="*/ 2147483647 h 14"/>
              <a:gd name="T6" fmla="*/ 0 w 14"/>
              <a:gd name="T7" fmla="*/ 2147483647 h 14"/>
              <a:gd name="T8" fmla="*/ 2147483647 w 14"/>
              <a:gd name="T9" fmla="*/ 2147483647 h 1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4"/>
              <a:gd name="T16" fmla="*/ 0 h 14"/>
              <a:gd name="T17" fmla="*/ 14 w 14"/>
              <a:gd name="T18" fmla="*/ 14 h 1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4" h="14">
                <a:moveTo>
                  <a:pt x="14" y="7"/>
                </a:moveTo>
                <a:lnTo>
                  <a:pt x="14" y="0"/>
                </a:lnTo>
                <a:lnTo>
                  <a:pt x="0" y="7"/>
                </a:lnTo>
                <a:lnTo>
                  <a:pt x="0" y="14"/>
                </a:lnTo>
                <a:lnTo>
                  <a:pt x="14" y="7"/>
                </a:lnTo>
                <a:close/>
              </a:path>
            </a:pathLst>
          </a:custGeom>
          <a:solidFill>
            <a:srgbClr val="00000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6207" name="Freeform 127"/>
          <p:cNvSpPr>
            <a:spLocks/>
          </p:cNvSpPr>
          <p:nvPr/>
        </p:nvSpPr>
        <p:spPr bwMode="auto">
          <a:xfrm>
            <a:off x="5121275" y="5330825"/>
            <a:ext cx="33338" cy="22225"/>
          </a:xfrm>
          <a:custGeom>
            <a:avLst/>
            <a:gdLst>
              <a:gd name="T0" fmla="*/ 2147483647 w 21"/>
              <a:gd name="T1" fmla="*/ 0 h 14"/>
              <a:gd name="T2" fmla="*/ 2147483647 w 21"/>
              <a:gd name="T3" fmla="*/ 2147483647 h 14"/>
              <a:gd name="T4" fmla="*/ 2147483647 w 21"/>
              <a:gd name="T5" fmla="*/ 2147483647 h 14"/>
              <a:gd name="T6" fmla="*/ 0 w 21"/>
              <a:gd name="T7" fmla="*/ 2147483647 h 14"/>
              <a:gd name="T8" fmla="*/ 2147483647 w 21"/>
              <a:gd name="T9" fmla="*/ 0 h 1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1"/>
              <a:gd name="T16" fmla="*/ 0 h 14"/>
              <a:gd name="T17" fmla="*/ 21 w 21"/>
              <a:gd name="T18" fmla="*/ 14 h 1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1" h="14">
                <a:moveTo>
                  <a:pt x="14" y="0"/>
                </a:moveTo>
                <a:lnTo>
                  <a:pt x="21" y="7"/>
                </a:lnTo>
                <a:lnTo>
                  <a:pt x="7" y="14"/>
                </a:lnTo>
                <a:lnTo>
                  <a:pt x="0" y="7"/>
                </a:lnTo>
                <a:lnTo>
                  <a:pt x="14" y="0"/>
                </a:lnTo>
                <a:close/>
              </a:path>
            </a:pathLst>
          </a:custGeom>
          <a:solidFill>
            <a:srgbClr val="00000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6208" name="Freeform 128"/>
          <p:cNvSpPr>
            <a:spLocks/>
          </p:cNvSpPr>
          <p:nvPr/>
        </p:nvSpPr>
        <p:spPr bwMode="auto">
          <a:xfrm>
            <a:off x="4879975" y="4849813"/>
            <a:ext cx="263525" cy="492125"/>
          </a:xfrm>
          <a:custGeom>
            <a:avLst/>
            <a:gdLst>
              <a:gd name="T0" fmla="*/ 2147483647 w 166"/>
              <a:gd name="T1" fmla="*/ 0 h 310"/>
              <a:gd name="T2" fmla="*/ 0 w 166"/>
              <a:gd name="T3" fmla="*/ 2147483647 h 310"/>
              <a:gd name="T4" fmla="*/ 2147483647 w 166"/>
              <a:gd name="T5" fmla="*/ 2147483647 h 310"/>
              <a:gd name="T6" fmla="*/ 2147483647 w 166"/>
              <a:gd name="T7" fmla="*/ 2147483647 h 310"/>
              <a:gd name="T8" fmla="*/ 2147483647 w 166"/>
              <a:gd name="T9" fmla="*/ 0 h 31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66"/>
              <a:gd name="T16" fmla="*/ 0 h 310"/>
              <a:gd name="T17" fmla="*/ 166 w 166"/>
              <a:gd name="T18" fmla="*/ 310 h 31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66" h="310">
                <a:moveTo>
                  <a:pt x="14" y="0"/>
                </a:moveTo>
                <a:lnTo>
                  <a:pt x="0" y="7"/>
                </a:lnTo>
                <a:lnTo>
                  <a:pt x="152" y="310"/>
                </a:lnTo>
                <a:lnTo>
                  <a:pt x="166" y="303"/>
                </a:lnTo>
                <a:lnTo>
                  <a:pt x="14" y="0"/>
                </a:lnTo>
                <a:close/>
              </a:path>
            </a:pathLst>
          </a:custGeom>
          <a:solidFill>
            <a:srgbClr val="00000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6209" name="Rectangle 129"/>
          <p:cNvSpPr>
            <a:spLocks noChangeArrowheads="1"/>
          </p:cNvSpPr>
          <p:nvPr/>
        </p:nvSpPr>
        <p:spPr bwMode="auto">
          <a:xfrm>
            <a:off x="4530725" y="5210175"/>
            <a:ext cx="239713" cy="241300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6210" name="Rectangle 130"/>
          <p:cNvSpPr>
            <a:spLocks noChangeArrowheads="1"/>
          </p:cNvSpPr>
          <p:nvPr/>
        </p:nvSpPr>
        <p:spPr bwMode="auto">
          <a:xfrm>
            <a:off x="4530725" y="5210175"/>
            <a:ext cx="239713" cy="239713"/>
          </a:xfrm>
          <a:prstGeom prst="rect">
            <a:avLst/>
          </a:prstGeom>
          <a:noFill/>
          <a:ln w="22225">
            <a:solidFill>
              <a:srgbClr val="0000FF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6211" name="Rectangle 131"/>
          <p:cNvSpPr>
            <a:spLocks noChangeArrowheads="1"/>
          </p:cNvSpPr>
          <p:nvPr/>
        </p:nvSpPr>
        <p:spPr bwMode="auto">
          <a:xfrm>
            <a:off x="5011738" y="5210175"/>
            <a:ext cx="241300" cy="241300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6212" name="Rectangle 132"/>
          <p:cNvSpPr>
            <a:spLocks noChangeArrowheads="1"/>
          </p:cNvSpPr>
          <p:nvPr/>
        </p:nvSpPr>
        <p:spPr bwMode="auto">
          <a:xfrm>
            <a:off x="5011738" y="5210175"/>
            <a:ext cx="239712" cy="239713"/>
          </a:xfrm>
          <a:prstGeom prst="rect">
            <a:avLst/>
          </a:prstGeom>
          <a:noFill/>
          <a:ln w="22225">
            <a:solidFill>
              <a:srgbClr val="0000FF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6213" name="Oval 133"/>
          <p:cNvSpPr>
            <a:spLocks noChangeArrowheads="1"/>
          </p:cNvSpPr>
          <p:nvPr/>
        </p:nvSpPr>
        <p:spPr bwMode="auto">
          <a:xfrm>
            <a:off x="4705350" y="4675188"/>
            <a:ext cx="360363" cy="360362"/>
          </a:xfrm>
          <a:prstGeom prst="ellipse">
            <a:avLst/>
          </a:prstGeom>
          <a:solidFill>
            <a:srgbClr val="FFFFFF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6214" name="Oval 134"/>
          <p:cNvSpPr>
            <a:spLocks noChangeArrowheads="1"/>
          </p:cNvSpPr>
          <p:nvPr/>
        </p:nvSpPr>
        <p:spPr bwMode="auto">
          <a:xfrm>
            <a:off x="4705350" y="4675188"/>
            <a:ext cx="360363" cy="360362"/>
          </a:xfrm>
          <a:prstGeom prst="ellipse">
            <a:avLst/>
          </a:prstGeom>
          <a:noFill/>
          <a:ln w="222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6215" name="Rectangle 135"/>
          <p:cNvSpPr>
            <a:spLocks noChangeArrowheads="1"/>
          </p:cNvSpPr>
          <p:nvPr/>
        </p:nvSpPr>
        <p:spPr bwMode="auto">
          <a:xfrm>
            <a:off x="4845050" y="4773613"/>
            <a:ext cx="1905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500">
                <a:solidFill>
                  <a:srgbClr val="000000"/>
                </a:solidFill>
                <a:latin typeface="Times" charset="0"/>
              </a:rPr>
              <a:t>32</a:t>
            </a:r>
            <a:endParaRPr lang="en-US"/>
          </a:p>
        </p:txBody>
      </p:sp>
      <p:sp>
        <p:nvSpPr>
          <p:cNvPr id="46216" name="Freeform 136"/>
          <p:cNvSpPr>
            <a:spLocks/>
          </p:cNvSpPr>
          <p:nvPr/>
        </p:nvSpPr>
        <p:spPr bwMode="auto">
          <a:xfrm>
            <a:off x="5832475" y="5319713"/>
            <a:ext cx="20638" cy="33337"/>
          </a:xfrm>
          <a:custGeom>
            <a:avLst/>
            <a:gdLst>
              <a:gd name="T0" fmla="*/ 0 w 13"/>
              <a:gd name="T1" fmla="*/ 0 h 21"/>
              <a:gd name="T2" fmla="*/ 0 w 13"/>
              <a:gd name="T3" fmla="*/ 2147483647 h 21"/>
              <a:gd name="T4" fmla="*/ 2147483647 w 13"/>
              <a:gd name="T5" fmla="*/ 2147483647 h 21"/>
              <a:gd name="T6" fmla="*/ 2147483647 w 13"/>
              <a:gd name="T7" fmla="*/ 2147483647 h 21"/>
              <a:gd name="T8" fmla="*/ 0 w 13"/>
              <a:gd name="T9" fmla="*/ 0 h 21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3"/>
              <a:gd name="T16" fmla="*/ 0 h 21"/>
              <a:gd name="T17" fmla="*/ 13 w 13"/>
              <a:gd name="T18" fmla="*/ 21 h 21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3" h="21">
                <a:moveTo>
                  <a:pt x="0" y="0"/>
                </a:moveTo>
                <a:lnTo>
                  <a:pt x="0" y="7"/>
                </a:lnTo>
                <a:lnTo>
                  <a:pt x="6" y="21"/>
                </a:lnTo>
                <a:lnTo>
                  <a:pt x="13" y="14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6217" name="Freeform 137"/>
          <p:cNvSpPr>
            <a:spLocks/>
          </p:cNvSpPr>
          <p:nvPr/>
        </p:nvSpPr>
        <p:spPr bwMode="auto">
          <a:xfrm>
            <a:off x="6313488" y="4838700"/>
            <a:ext cx="31750" cy="22225"/>
          </a:xfrm>
          <a:custGeom>
            <a:avLst/>
            <a:gdLst>
              <a:gd name="T0" fmla="*/ 0 w 20"/>
              <a:gd name="T1" fmla="*/ 0 h 14"/>
              <a:gd name="T2" fmla="*/ 2147483647 w 20"/>
              <a:gd name="T3" fmla="*/ 0 h 14"/>
              <a:gd name="T4" fmla="*/ 2147483647 w 20"/>
              <a:gd name="T5" fmla="*/ 2147483647 h 14"/>
              <a:gd name="T6" fmla="*/ 2147483647 w 20"/>
              <a:gd name="T7" fmla="*/ 2147483647 h 14"/>
              <a:gd name="T8" fmla="*/ 0 w 20"/>
              <a:gd name="T9" fmla="*/ 0 h 1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0"/>
              <a:gd name="T16" fmla="*/ 0 h 14"/>
              <a:gd name="T17" fmla="*/ 20 w 20"/>
              <a:gd name="T18" fmla="*/ 14 h 1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0" h="14">
                <a:moveTo>
                  <a:pt x="0" y="0"/>
                </a:moveTo>
                <a:lnTo>
                  <a:pt x="6" y="0"/>
                </a:lnTo>
                <a:lnTo>
                  <a:pt x="20" y="7"/>
                </a:lnTo>
                <a:lnTo>
                  <a:pt x="13" y="14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6218" name="Freeform 138"/>
          <p:cNvSpPr>
            <a:spLocks/>
          </p:cNvSpPr>
          <p:nvPr/>
        </p:nvSpPr>
        <p:spPr bwMode="auto">
          <a:xfrm>
            <a:off x="5832475" y="4838700"/>
            <a:ext cx="501650" cy="503238"/>
          </a:xfrm>
          <a:custGeom>
            <a:avLst/>
            <a:gdLst>
              <a:gd name="T0" fmla="*/ 0 w 316"/>
              <a:gd name="T1" fmla="*/ 2147483647 h 317"/>
              <a:gd name="T2" fmla="*/ 2147483647 w 316"/>
              <a:gd name="T3" fmla="*/ 2147483647 h 317"/>
              <a:gd name="T4" fmla="*/ 2147483647 w 316"/>
              <a:gd name="T5" fmla="*/ 2147483647 h 317"/>
              <a:gd name="T6" fmla="*/ 2147483647 w 316"/>
              <a:gd name="T7" fmla="*/ 0 h 317"/>
              <a:gd name="T8" fmla="*/ 0 w 316"/>
              <a:gd name="T9" fmla="*/ 2147483647 h 317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16"/>
              <a:gd name="T16" fmla="*/ 0 h 317"/>
              <a:gd name="T17" fmla="*/ 316 w 316"/>
              <a:gd name="T18" fmla="*/ 317 h 317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16" h="317">
                <a:moveTo>
                  <a:pt x="0" y="303"/>
                </a:moveTo>
                <a:lnTo>
                  <a:pt x="13" y="317"/>
                </a:lnTo>
                <a:lnTo>
                  <a:pt x="316" y="14"/>
                </a:lnTo>
                <a:lnTo>
                  <a:pt x="303" y="0"/>
                </a:lnTo>
                <a:lnTo>
                  <a:pt x="0" y="303"/>
                </a:lnTo>
                <a:close/>
              </a:path>
            </a:pathLst>
          </a:custGeom>
          <a:solidFill>
            <a:srgbClr val="00000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6219" name="Freeform 139"/>
          <p:cNvSpPr>
            <a:spLocks/>
          </p:cNvSpPr>
          <p:nvPr/>
        </p:nvSpPr>
        <p:spPr bwMode="auto">
          <a:xfrm>
            <a:off x="6313488" y="4838700"/>
            <a:ext cx="20637" cy="22225"/>
          </a:xfrm>
          <a:custGeom>
            <a:avLst/>
            <a:gdLst>
              <a:gd name="T0" fmla="*/ 2147483647 w 13"/>
              <a:gd name="T1" fmla="*/ 0 h 14"/>
              <a:gd name="T2" fmla="*/ 2147483647 w 13"/>
              <a:gd name="T3" fmla="*/ 0 h 14"/>
              <a:gd name="T4" fmla="*/ 0 w 13"/>
              <a:gd name="T5" fmla="*/ 2147483647 h 14"/>
              <a:gd name="T6" fmla="*/ 0 w 13"/>
              <a:gd name="T7" fmla="*/ 2147483647 h 14"/>
              <a:gd name="T8" fmla="*/ 2147483647 w 13"/>
              <a:gd name="T9" fmla="*/ 0 h 1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3"/>
              <a:gd name="T16" fmla="*/ 0 h 14"/>
              <a:gd name="T17" fmla="*/ 13 w 13"/>
              <a:gd name="T18" fmla="*/ 14 h 1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3" h="14">
                <a:moveTo>
                  <a:pt x="13" y="0"/>
                </a:moveTo>
                <a:lnTo>
                  <a:pt x="6" y="0"/>
                </a:lnTo>
                <a:lnTo>
                  <a:pt x="0" y="7"/>
                </a:lnTo>
                <a:lnTo>
                  <a:pt x="0" y="14"/>
                </a:lnTo>
                <a:lnTo>
                  <a:pt x="13" y="0"/>
                </a:lnTo>
                <a:close/>
              </a:path>
            </a:pathLst>
          </a:custGeom>
          <a:solidFill>
            <a:srgbClr val="00000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6220" name="Freeform 140"/>
          <p:cNvSpPr>
            <a:spLocks/>
          </p:cNvSpPr>
          <p:nvPr/>
        </p:nvSpPr>
        <p:spPr bwMode="auto">
          <a:xfrm>
            <a:off x="6794500" y="5319713"/>
            <a:ext cx="31750" cy="33337"/>
          </a:xfrm>
          <a:custGeom>
            <a:avLst/>
            <a:gdLst>
              <a:gd name="T0" fmla="*/ 2147483647 w 20"/>
              <a:gd name="T1" fmla="*/ 0 h 21"/>
              <a:gd name="T2" fmla="*/ 2147483647 w 20"/>
              <a:gd name="T3" fmla="*/ 2147483647 h 21"/>
              <a:gd name="T4" fmla="*/ 2147483647 w 20"/>
              <a:gd name="T5" fmla="*/ 2147483647 h 21"/>
              <a:gd name="T6" fmla="*/ 0 w 20"/>
              <a:gd name="T7" fmla="*/ 2147483647 h 21"/>
              <a:gd name="T8" fmla="*/ 2147483647 w 20"/>
              <a:gd name="T9" fmla="*/ 0 h 21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0"/>
              <a:gd name="T16" fmla="*/ 0 h 21"/>
              <a:gd name="T17" fmla="*/ 20 w 20"/>
              <a:gd name="T18" fmla="*/ 21 h 21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0" h="21">
                <a:moveTo>
                  <a:pt x="13" y="0"/>
                </a:moveTo>
                <a:lnTo>
                  <a:pt x="20" y="7"/>
                </a:lnTo>
                <a:lnTo>
                  <a:pt x="7" y="21"/>
                </a:lnTo>
                <a:lnTo>
                  <a:pt x="0" y="14"/>
                </a:lnTo>
                <a:lnTo>
                  <a:pt x="13" y="0"/>
                </a:lnTo>
                <a:close/>
              </a:path>
            </a:pathLst>
          </a:custGeom>
          <a:solidFill>
            <a:srgbClr val="00000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6221" name="Freeform 141"/>
          <p:cNvSpPr>
            <a:spLocks/>
          </p:cNvSpPr>
          <p:nvPr/>
        </p:nvSpPr>
        <p:spPr bwMode="auto">
          <a:xfrm>
            <a:off x="6313488" y="4838700"/>
            <a:ext cx="501650" cy="503238"/>
          </a:xfrm>
          <a:custGeom>
            <a:avLst/>
            <a:gdLst>
              <a:gd name="T0" fmla="*/ 2147483647 w 316"/>
              <a:gd name="T1" fmla="*/ 0 h 317"/>
              <a:gd name="T2" fmla="*/ 0 w 316"/>
              <a:gd name="T3" fmla="*/ 2147483647 h 317"/>
              <a:gd name="T4" fmla="*/ 2147483647 w 316"/>
              <a:gd name="T5" fmla="*/ 2147483647 h 317"/>
              <a:gd name="T6" fmla="*/ 2147483647 w 316"/>
              <a:gd name="T7" fmla="*/ 2147483647 h 317"/>
              <a:gd name="T8" fmla="*/ 2147483647 w 316"/>
              <a:gd name="T9" fmla="*/ 0 h 317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16"/>
              <a:gd name="T16" fmla="*/ 0 h 317"/>
              <a:gd name="T17" fmla="*/ 316 w 316"/>
              <a:gd name="T18" fmla="*/ 317 h 317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16" h="317">
                <a:moveTo>
                  <a:pt x="13" y="0"/>
                </a:moveTo>
                <a:lnTo>
                  <a:pt x="0" y="14"/>
                </a:lnTo>
                <a:lnTo>
                  <a:pt x="303" y="317"/>
                </a:lnTo>
                <a:lnTo>
                  <a:pt x="316" y="303"/>
                </a:lnTo>
                <a:lnTo>
                  <a:pt x="13" y="0"/>
                </a:lnTo>
                <a:close/>
              </a:path>
            </a:pathLst>
          </a:custGeom>
          <a:solidFill>
            <a:srgbClr val="00000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6222" name="Oval 142"/>
          <p:cNvSpPr>
            <a:spLocks noChangeArrowheads="1"/>
          </p:cNvSpPr>
          <p:nvPr/>
        </p:nvSpPr>
        <p:spPr bwMode="auto">
          <a:xfrm>
            <a:off x="6148388" y="4675188"/>
            <a:ext cx="361950" cy="360362"/>
          </a:xfrm>
          <a:prstGeom prst="ellipse">
            <a:avLst/>
          </a:prstGeom>
          <a:solidFill>
            <a:srgbClr val="FFFFFF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6223" name="Oval 143"/>
          <p:cNvSpPr>
            <a:spLocks noChangeArrowheads="1"/>
          </p:cNvSpPr>
          <p:nvPr/>
        </p:nvSpPr>
        <p:spPr bwMode="auto">
          <a:xfrm>
            <a:off x="6148388" y="4675188"/>
            <a:ext cx="360362" cy="360362"/>
          </a:xfrm>
          <a:prstGeom prst="ellipse">
            <a:avLst/>
          </a:prstGeom>
          <a:noFill/>
          <a:ln w="22225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6224" name="Rectangle 144"/>
          <p:cNvSpPr>
            <a:spLocks noChangeArrowheads="1"/>
          </p:cNvSpPr>
          <p:nvPr/>
        </p:nvSpPr>
        <p:spPr bwMode="auto">
          <a:xfrm>
            <a:off x="6276975" y="4773613"/>
            <a:ext cx="1905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500">
                <a:solidFill>
                  <a:srgbClr val="FF0000"/>
                </a:solidFill>
                <a:latin typeface="Times" charset="0"/>
              </a:rPr>
              <a:t>50</a:t>
            </a:r>
            <a:endParaRPr lang="en-US"/>
          </a:p>
        </p:txBody>
      </p:sp>
      <p:sp>
        <p:nvSpPr>
          <p:cNvPr id="46225" name="Freeform 145"/>
          <p:cNvSpPr>
            <a:spLocks/>
          </p:cNvSpPr>
          <p:nvPr/>
        </p:nvSpPr>
        <p:spPr bwMode="auto">
          <a:xfrm>
            <a:off x="5602288" y="5811838"/>
            <a:ext cx="22225" cy="22225"/>
          </a:xfrm>
          <a:custGeom>
            <a:avLst/>
            <a:gdLst>
              <a:gd name="T0" fmla="*/ 0 w 14"/>
              <a:gd name="T1" fmla="*/ 0 h 14"/>
              <a:gd name="T2" fmla="*/ 0 w 14"/>
              <a:gd name="T3" fmla="*/ 2147483647 h 14"/>
              <a:gd name="T4" fmla="*/ 2147483647 w 14"/>
              <a:gd name="T5" fmla="*/ 2147483647 h 14"/>
              <a:gd name="T6" fmla="*/ 2147483647 w 14"/>
              <a:gd name="T7" fmla="*/ 2147483647 h 14"/>
              <a:gd name="T8" fmla="*/ 0 w 14"/>
              <a:gd name="T9" fmla="*/ 0 h 1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4"/>
              <a:gd name="T16" fmla="*/ 0 h 14"/>
              <a:gd name="T17" fmla="*/ 14 w 14"/>
              <a:gd name="T18" fmla="*/ 14 h 1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4" h="14">
                <a:moveTo>
                  <a:pt x="0" y="0"/>
                </a:moveTo>
                <a:lnTo>
                  <a:pt x="0" y="7"/>
                </a:lnTo>
                <a:lnTo>
                  <a:pt x="14" y="14"/>
                </a:lnTo>
                <a:lnTo>
                  <a:pt x="14" y="7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6226" name="Freeform 146"/>
          <p:cNvSpPr>
            <a:spLocks/>
          </p:cNvSpPr>
          <p:nvPr/>
        </p:nvSpPr>
        <p:spPr bwMode="auto">
          <a:xfrm>
            <a:off x="5842000" y="5319713"/>
            <a:ext cx="33338" cy="22225"/>
          </a:xfrm>
          <a:custGeom>
            <a:avLst/>
            <a:gdLst>
              <a:gd name="T0" fmla="*/ 0 w 21"/>
              <a:gd name="T1" fmla="*/ 2147483647 h 14"/>
              <a:gd name="T2" fmla="*/ 2147483647 w 21"/>
              <a:gd name="T3" fmla="*/ 0 h 14"/>
              <a:gd name="T4" fmla="*/ 2147483647 w 21"/>
              <a:gd name="T5" fmla="*/ 2147483647 h 14"/>
              <a:gd name="T6" fmla="*/ 2147483647 w 21"/>
              <a:gd name="T7" fmla="*/ 2147483647 h 14"/>
              <a:gd name="T8" fmla="*/ 0 w 21"/>
              <a:gd name="T9" fmla="*/ 2147483647 h 1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1"/>
              <a:gd name="T16" fmla="*/ 0 h 14"/>
              <a:gd name="T17" fmla="*/ 21 w 21"/>
              <a:gd name="T18" fmla="*/ 14 h 1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1" h="14">
                <a:moveTo>
                  <a:pt x="0" y="7"/>
                </a:moveTo>
                <a:lnTo>
                  <a:pt x="7" y="0"/>
                </a:lnTo>
                <a:lnTo>
                  <a:pt x="21" y="7"/>
                </a:lnTo>
                <a:lnTo>
                  <a:pt x="14" y="14"/>
                </a:lnTo>
                <a:lnTo>
                  <a:pt x="0" y="7"/>
                </a:lnTo>
                <a:close/>
              </a:path>
            </a:pathLst>
          </a:custGeom>
          <a:solidFill>
            <a:srgbClr val="00000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6227" name="Freeform 147"/>
          <p:cNvSpPr>
            <a:spLocks/>
          </p:cNvSpPr>
          <p:nvPr/>
        </p:nvSpPr>
        <p:spPr bwMode="auto">
          <a:xfrm>
            <a:off x="5602288" y="5330825"/>
            <a:ext cx="261937" cy="492125"/>
          </a:xfrm>
          <a:custGeom>
            <a:avLst/>
            <a:gdLst>
              <a:gd name="T0" fmla="*/ 0 w 165"/>
              <a:gd name="T1" fmla="*/ 2147483647 h 310"/>
              <a:gd name="T2" fmla="*/ 2147483647 w 165"/>
              <a:gd name="T3" fmla="*/ 2147483647 h 310"/>
              <a:gd name="T4" fmla="*/ 2147483647 w 165"/>
              <a:gd name="T5" fmla="*/ 2147483647 h 310"/>
              <a:gd name="T6" fmla="*/ 2147483647 w 165"/>
              <a:gd name="T7" fmla="*/ 0 h 310"/>
              <a:gd name="T8" fmla="*/ 0 w 165"/>
              <a:gd name="T9" fmla="*/ 2147483647 h 31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65"/>
              <a:gd name="T16" fmla="*/ 0 h 310"/>
              <a:gd name="T17" fmla="*/ 165 w 165"/>
              <a:gd name="T18" fmla="*/ 310 h 31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65" h="310">
                <a:moveTo>
                  <a:pt x="0" y="303"/>
                </a:moveTo>
                <a:lnTo>
                  <a:pt x="14" y="310"/>
                </a:lnTo>
                <a:lnTo>
                  <a:pt x="165" y="7"/>
                </a:lnTo>
                <a:lnTo>
                  <a:pt x="151" y="0"/>
                </a:lnTo>
                <a:lnTo>
                  <a:pt x="0" y="303"/>
                </a:lnTo>
                <a:close/>
              </a:path>
            </a:pathLst>
          </a:custGeom>
          <a:solidFill>
            <a:srgbClr val="00000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6228" name="Freeform 148"/>
          <p:cNvSpPr>
            <a:spLocks/>
          </p:cNvSpPr>
          <p:nvPr/>
        </p:nvSpPr>
        <p:spPr bwMode="auto">
          <a:xfrm>
            <a:off x="5842000" y="5319713"/>
            <a:ext cx="22225" cy="22225"/>
          </a:xfrm>
          <a:custGeom>
            <a:avLst/>
            <a:gdLst>
              <a:gd name="T0" fmla="*/ 2147483647 w 14"/>
              <a:gd name="T1" fmla="*/ 2147483647 h 14"/>
              <a:gd name="T2" fmla="*/ 2147483647 w 14"/>
              <a:gd name="T3" fmla="*/ 0 h 14"/>
              <a:gd name="T4" fmla="*/ 0 w 14"/>
              <a:gd name="T5" fmla="*/ 2147483647 h 14"/>
              <a:gd name="T6" fmla="*/ 0 w 14"/>
              <a:gd name="T7" fmla="*/ 2147483647 h 14"/>
              <a:gd name="T8" fmla="*/ 2147483647 w 14"/>
              <a:gd name="T9" fmla="*/ 2147483647 h 1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4"/>
              <a:gd name="T16" fmla="*/ 0 h 14"/>
              <a:gd name="T17" fmla="*/ 14 w 14"/>
              <a:gd name="T18" fmla="*/ 14 h 1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4" h="14">
                <a:moveTo>
                  <a:pt x="14" y="7"/>
                </a:moveTo>
                <a:lnTo>
                  <a:pt x="14" y="0"/>
                </a:lnTo>
                <a:lnTo>
                  <a:pt x="0" y="7"/>
                </a:lnTo>
                <a:lnTo>
                  <a:pt x="0" y="14"/>
                </a:lnTo>
                <a:lnTo>
                  <a:pt x="14" y="7"/>
                </a:lnTo>
                <a:close/>
              </a:path>
            </a:pathLst>
          </a:custGeom>
          <a:solidFill>
            <a:srgbClr val="00000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6229" name="Freeform 149"/>
          <p:cNvSpPr>
            <a:spLocks/>
          </p:cNvSpPr>
          <p:nvPr/>
        </p:nvSpPr>
        <p:spPr bwMode="auto">
          <a:xfrm>
            <a:off x="6083300" y="5811838"/>
            <a:ext cx="33338" cy="22225"/>
          </a:xfrm>
          <a:custGeom>
            <a:avLst/>
            <a:gdLst>
              <a:gd name="T0" fmla="*/ 2147483647 w 21"/>
              <a:gd name="T1" fmla="*/ 0 h 14"/>
              <a:gd name="T2" fmla="*/ 2147483647 w 21"/>
              <a:gd name="T3" fmla="*/ 2147483647 h 14"/>
              <a:gd name="T4" fmla="*/ 2147483647 w 21"/>
              <a:gd name="T5" fmla="*/ 2147483647 h 14"/>
              <a:gd name="T6" fmla="*/ 0 w 21"/>
              <a:gd name="T7" fmla="*/ 2147483647 h 14"/>
              <a:gd name="T8" fmla="*/ 2147483647 w 21"/>
              <a:gd name="T9" fmla="*/ 0 h 1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1"/>
              <a:gd name="T16" fmla="*/ 0 h 14"/>
              <a:gd name="T17" fmla="*/ 21 w 21"/>
              <a:gd name="T18" fmla="*/ 14 h 1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1" h="14">
                <a:moveTo>
                  <a:pt x="14" y="0"/>
                </a:moveTo>
                <a:lnTo>
                  <a:pt x="21" y="7"/>
                </a:lnTo>
                <a:lnTo>
                  <a:pt x="7" y="14"/>
                </a:lnTo>
                <a:lnTo>
                  <a:pt x="0" y="7"/>
                </a:lnTo>
                <a:lnTo>
                  <a:pt x="14" y="0"/>
                </a:lnTo>
                <a:close/>
              </a:path>
            </a:pathLst>
          </a:custGeom>
          <a:solidFill>
            <a:srgbClr val="00000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6230" name="Freeform 150"/>
          <p:cNvSpPr>
            <a:spLocks/>
          </p:cNvSpPr>
          <p:nvPr/>
        </p:nvSpPr>
        <p:spPr bwMode="auto">
          <a:xfrm>
            <a:off x="5842000" y="5330825"/>
            <a:ext cx="263525" cy="492125"/>
          </a:xfrm>
          <a:custGeom>
            <a:avLst/>
            <a:gdLst>
              <a:gd name="T0" fmla="*/ 2147483647 w 166"/>
              <a:gd name="T1" fmla="*/ 0 h 310"/>
              <a:gd name="T2" fmla="*/ 0 w 166"/>
              <a:gd name="T3" fmla="*/ 2147483647 h 310"/>
              <a:gd name="T4" fmla="*/ 2147483647 w 166"/>
              <a:gd name="T5" fmla="*/ 2147483647 h 310"/>
              <a:gd name="T6" fmla="*/ 2147483647 w 166"/>
              <a:gd name="T7" fmla="*/ 2147483647 h 310"/>
              <a:gd name="T8" fmla="*/ 2147483647 w 166"/>
              <a:gd name="T9" fmla="*/ 0 h 31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66"/>
              <a:gd name="T16" fmla="*/ 0 h 310"/>
              <a:gd name="T17" fmla="*/ 166 w 166"/>
              <a:gd name="T18" fmla="*/ 310 h 31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66" h="310">
                <a:moveTo>
                  <a:pt x="14" y="0"/>
                </a:moveTo>
                <a:lnTo>
                  <a:pt x="0" y="7"/>
                </a:lnTo>
                <a:lnTo>
                  <a:pt x="152" y="310"/>
                </a:lnTo>
                <a:lnTo>
                  <a:pt x="166" y="303"/>
                </a:lnTo>
                <a:lnTo>
                  <a:pt x="14" y="0"/>
                </a:lnTo>
                <a:close/>
              </a:path>
            </a:pathLst>
          </a:custGeom>
          <a:solidFill>
            <a:srgbClr val="00000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6231" name="Rectangle 151"/>
          <p:cNvSpPr>
            <a:spLocks noChangeArrowheads="1"/>
          </p:cNvSpPr>
          <p:nvPr/>
        </p:nvSpPr>
        <p:spPr bwMode="auto">
          <a:xfrm>
            <a:off x="5492750" y="5691188"/>
            <a:ext cx="241300" cy="241300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6232" name="Rectangle 152"/>
          <p:cNvSpPr>
            <a:spLocks noChangeArrowheads="1"/>
          </p:cNvSpPr>
          <p:nvPr/>
        </p:nvSpPr>
        <p:spPr bwMode="auto">
          <a:xfrm>
            <a:off x="5492750" y="5691188"/>
            <a:ext cx="239713" cy="241300"/>
          </a:xfrm>
          <a:prstGeom prst="rect">
            <a:avLst/>
          </a:prstGeom>
          <a:noFill/>
          <a:ln w="22225">
            <a:solidFill>
              <a:srgbClr val="0000FF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6233" name="Rectangle 153"/>
          <p:cNvSpPr>
            <a:spLocks noChangeArrowheads="1"/>
          </p:cNvSpPr>
          <p:nvPr/>
        </p:nvSpPr>
        <p:spPr bwMode="auto">
          <a:xfrm>
            <a:off x="5973763" y="5691188"/>
            <a:ext cx="241300" cy="241300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6234" name="Rectangle 154"/>
          <p:cNvSpPr>
            <a:spLocks noChangeArrowheads="1"/>
          </p:cNvSpPr>
          <p:nvPr/>
        </p:nvSpPr>
        <p:spPr bwMode="auto">
          <a:xfrm>
            <a:off x="5973763" y="5691188"/>
            <a:ext cx="239712" cy="241300"/>
          </a:xfrm>
          <a:prstGeom prst="rect">
            <a:avLst/>
          </a:prstGeom>
          <a:noFill/>
          <a:ln w="22225">
            <a:solidFill>
              <a:srgbClr val="0000FF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6235" name="Oval 155"/>
          <p:cNvSpPr>
            <a:spLocks noChangeArrowheads="1"/>
          </p:cNvSpPr>
          <p:nvPr/>
        </p:nvSpPr>
        <p:spPr bwMode="auto">
          <a:xfrm>
            <a:off x="5678488" y="5156200"/>
            <a:ext cx="350837" cy="349250"/>
          </a:xfrm>
          <a:prstGeom prst="ellipse">
            <a:avLst/>
          </a:prstGeom>
          <a:solidFill>
            <a:srgbClr val="FFFFFF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6236" name="Oval 156"/>
          <p:cNvSpPr>
            <a:spLocks noChangeArrowheads="1"/>
          </p:cNvSpPr>
          <p:nvPr/>
        </p:nvSpPr>
        <p:spPr bwMode="auto">
          <a:xfrm>
            <a:off x="5678488" y="5156200"/>
            <a:ext cx="349250" cy="349250"/>
          </a:xfrm>
          <a:prstGeom prst="ellipse">
            <a:avLst/>
          </a:prstGeom>
          <a:noFill/>
          <a:ln w="222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6237" name="Rectangle 157"/>
          <p:cNvSpPr>
            <a:spLocks noChangeArrowheads="1"/>
          </p:cNvSpPr>
          <p:nvPr/>
        </p:nvSpPr>
        <p:spPr bwMode="auto">
          <a:xfrm>
            <a:off x="5807075" y="5254625"/>
            <a:ext cx="1905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500">
                <a:solidFill>
                  <a:srgbClr val="000000"/>
                </a:solidFill>
                <a:latin typeface="Times" charset="0"/>
              </a:rPr>
              <a:t>48</a:t>
            </a:r>
            <a:endParaRPr lang="en-US"/>
          </a:p>
        </p:txBody>
      </p:sp>
      <p:sp>
        <p:nvSpPr>
          <p:cNvPr id="46238" name="Rectangle 158"/>
          <p:cNvSpPr>
            <a:spLocks noChangeArrowheads="1"/>
          </p:cNvSpPr>
          <p:nvPr/>
        </p:nvSpPr>
        <p:spPr bwMode="auto">
          <a:xfrm>
            <a:off x="4049713" y="4729163"/>
            <a:ext cx="239712" cy="241300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6239" name="Rectangle 159"/>
          <p:cNvSpPr>
            <a:spLocks noChangeArrowheads="1"/>
          </p:cNvSpPr>
          <p:nvPr/>
        </p:nvSpPr>
        <p:spPr bwMode="auto">
          <a:xfrm>
            <a:off x="4049713" y="4729163"/>
            <a:ext cx="239712" cy="239712"/>
          </a:xfrm>
          <a:prstGeom prst="rect">
            <a:avLst/>
          </a:prstGeom>
          <a:noFill/>
          <a:ln w="22225">
            <a:solidFill>
              <a:srgbClr val="0000FF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6240" name="Rectangle 160"/>
          <p:cNvSpPr>
            <a:spLocks noChangeArrowheads="1"/>
          </p:cNvSpPr>
          <p:nvPr/>
        </p:nvSpPr>
        <p:spPr bwMode="auto">
          <a:xfrm>
            <a:off x="7581900" y="5221288"/>
            <a:ext cx="239713" cy="239712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6241" name="Rectangle 161"/>
          <p:cNvSpPr>
            <a:spLocks noChangeArrowheads="1"/>
          </p:cNvSpPr>
          <p:nvPr/>
        </p:nvSpPr>
        <p:spPr bwMode="auto">
          <a:xfrm>
            <a:off x="7581900" y="5221288"/>
            <a:ext cx="239713" cy="239712"/>
          </a:xfrm>
          <a:prstGeom prst="rect">
            <a:avLst/>
          </a:prstGeom>
          <a:noFill/>
          <a:ln w="22225">
            <a:solidFill>
              <a:srgbClr val="0000FF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6242" name="Oval 162"/>
          <p:cNvSpPr>
            <a:spLocks noChangeArrowheads="1"/>
          </p:cNvSpPr>
          <p:nvPr/>
        </p:nvSpPr>
        <p:spPr bwMode="auto">
          <a:xfrm>
            <a:off x="7078663" y="4192588"/>
            <a:ext cx="360362" cy="361950"/>
          </a:xfrm>
          <a:prstGeom prst="ellipse">
            <a:avLst/>
          </a:prstGeom>
          <a:solidFill>
            <a:srgbClr val="FFFFFF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6243" name="Oval 163"/>
          <p:cNvSpPr>
            <a:spLocks noChangeArrowheads="1"/>
          </p:cNvSpPr>
          <p:nvPr/>
        </p:nvSpPr>
        <p:spPr bwMode="auto">
          <a:xfrm>
            <a:off x="7078663" y="4194175"/>
            <a:ext cx="360362" cy="360363"/>
          </a:xfrm>
          <a:prstGeom prst="ellipse">
            <a:avLst/>
          </a:prstGeom>
          <a:noFill/>
          <a:ln w="22225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6244" name="Rectangle 164"/>
          <p:cNvSpPr>
            <a:spLocks noChangeArrowheads="1"/>
          </p:cNvSpPr>
          <p:nvPr/>
        </p:nvSpPr>
        <p:spPr bwMode="auto">
          <a:xfrm>
            <a:off x="7218363" y="4292600"/>
            <a:ext cx="1905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500">
                <a:solidFill>
                  <a:srgbClr val="FF0000"/>
                </a:solidFill>
                <a:latin typeface="Times" charset="0"/>
              </a:rPr>
              <a:t>62</a:t>
            </a:r>
            <a:endParaRPr lang="en-US"/>
          </a:p>
        </p:txBody>
      </p:sp>
      <p:sp>
        <p:nvSpPr>
          <p:cNvPr id="46245" name="Rectangle 165"/>
          <p:cNvSpPr>
            <a:spLocks noChangeArrowheads="1"/>
          </p:cNvSpPr>
          <p:nvPr/>
        </p:nvSpPr>
        <p:spPr bwMode="auto">
          <a:xfrm>
            <a:off x="4221163" y="4095750"/>
            <a:ext cx="9525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500">
                <a:solidFill>
                  <a:srgbClr val="000000"/>
                </a:solidFill>
                <a:latin typeface="Times" charset="0"/>
              </a:rPr>
              <a:t>2</a:t>
            </a:r>
            <a:endParaRPr lang="en-US"/>
          </a:p>
        </p:txBody>
      </p:sp>
      <p:sp>
        <p:nvSpPr>
          <p:cNvPr id="46246" name="Rectangle 166"/>
          <p:cNvSpPr>
            <a:spLocks noChangeArrowheads="1"/>
          </p:cNvSpPr>
          <p:nvPr/>
        </p:nvSpPr>
        <p:spPr bwMode="auto">
          <a:xfrm>
            <a:off x="5653088" y="3646488"/>
            <a:ext cx="9525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500">
                <a:solidFill>
                  <a:srgbClr val="000000"/>
                </a:solidFill>
                <a:latin typeface="Times" charset="0"/>
              </a:rPr>
              <a:t>4</a:t>
            </a:r>
            <a:endParaRPr lang="en-US"/>
          </a:p>
        </p:txBody>
      </p:sp>
      <p:sp>
        <p:nvSpPr>
          <p:cNvPr id="46247" name="Rectangle 167"/>
          <p:cNvSpPr>
            <a:spLocks noChangeArrowheads="1"/>
          </p:cNvSpPr>
          <p:nvPr/>
        </p:nvSpPr>
        <p:spPr bwMode="auto">
          <a:xfrm>
            <a:off x="5116513" y="4576763"/>
            <a:ext cx="9525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500">
                <a:solidFill>
                  <a:srgbClr val="000000"/>
                </a:solidFill>
                <a:latin typeface="Times" charset="0"/>
              </a:rPr>
              <a:t>1</a:t>
            </a:r>
            <a:endParaRPr lang="en-US"/>
          </a:p>
        </p:txBody>
      </p:sp>
      <p:sp>
        <p:nvSpPr>
          <p:cNvPr id="46248" name="Rectangle 168"/>
          <p:cNvSpPr>
            <a:spLocks noChangeArrowheads="1"/>
          </p:cNvSpPr>
          <p:nvPr/>
        </p:nvSpPr>
        <p:spPr bwMode="auto">
          <a:xfrm>
            <a:off x="5653088" y="4937125"/>
            <a:ext cx="9525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500">
                <a:solidFill>
                  <a:srgbClr val="000000"/>
                </a:solidFill>
                <a:latin typeface="Times" charset="0"/>
              </a:rPr>
              <a:t>1</a:t>
            </a:r>
            <a:endParaRPr lang="en-US"/>
          </a:p>
        </p:txBody>
      </p:sp>
      <p:sp>
        <p:nvSpPr>
          <p:cNvPr id="46249" name="Rectangle 169"/>
          <p:cNvSpPr>
            <a:spLocks noChangeArrowheads="1"/>
          </p:cNvSpPr>
          <p:nvPr/>
        </p:nvSpPr>
        <p:spPr bwMode="auto">
          <a:xfrm>
            <a:off x="6100763" y="4565650"/>
            <a:ext cx="9525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500">
                <a:solidFill>
                  <a:srgbClr val="FF0000"/>
                </a:solidFill>
                <a:latin typeface="Times" charset="0"/>
              </a:rPr>
              <a:t>2</a:t>
            </a:r>
            <a:endParaRPr lang="en-US"/>
          </a:p>
        </p:txBody>
      </p:sp>
      <p:sp>
        <p:nvSpPr>
          <p:cNvPr id="46250" name="Rectangle 170"/>
          <p:cNvSpPr>
            <a:spLocks noChangeArrowheads="1"/>
          </p:cNvSpPr>
          <p:nvPr/>
        </p:nvSpPr>
        <p:spPr bwMode="auto">
          <a:xfrm>
            <a:off x="8189913" y="4619625"/>
            <a:ext cx="9525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500">
                <a:solidFill>
                  <a:srgbClr val="FF0000"/>
                </a:solidFill>
                <a:latin typeface="Times" charset="0"/>
              </a:rPr>
              <a:t>2</a:t>
            </a:r>
            <a:endParaRPr lang="en-US"/>
          </a:p>
        </p:txBody>
      </p:sp>
      <p:sp>
        <p:nvSpPr>
          <p:cNvPr id="46251" name="Rectangle 171"/>
          <p:cNvSpPr>
            <a:spLocks noChangeArrowheads="1"/>
          </p:cNvSpPr>
          <p:nvPr/>
        </p:nvSpPr>
        <p:spPr bwMode="auto">
          <a:xfrm>
            <a:off x="7019925" y="4040188"/>
            <a:ext cx="9525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500">
                <a:solidFill>
                  <a:srgbClr val="FF0000"/>
                </a:solidFill>
                <a:latin typeface="Times" charset="0"/>
              </a:rPr>
              <a:t>3</a:t>
            </a:r>
            <a:endParaRPr lang="en-US"/>
          </a:p>
        </p:txBody>
      </p:sp>
      <p:sp>
        <p:nvSpPr>
          <p:cNvPr id="46252" name="Rectangle 172"/>
          <p:cNvSpPr>
            <a:spLocks noChangeArrowheads="1"/>
          </p:cNvSpPr>
          <p:nvPr/>
        </p:nvSpPr>
        <p:spPr bwMode="auto">
          <a:xfrm>
            <a:off x="8724900" y="4992688"/>
            <a:ext cx="9525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500">
                <a:solidFill>
                  <a:srgbClr val="000000"/>
                </a:solidFill>
                <a:latin typeface="Times" charset="0"/>
              </a:rPr>
              <a:t>1</a:t>
            </a:r>
            <a:endParaRPr lang="en-US"/>
          </a:p>
        </p:txBody>
      </p:sp>
      <p:sp>
        <p:nvSpPr>
          <p:cNvPr id="46253" name="Freeform 173"/>
          <p:cNvSpPr>
            <a:spLocks/>
          </p:cNvSpPr>
          <p:nvPr/>
        </p:nvSpPr>
        <p:spPr bwMode="auto">
          <a:xfrm>
            <a:off x="6553200" y="5800725"/>
            <a:ext cx="22225" cy="22225"/>
          </a:xfrm>
          <a:custGeom>
            <a:avLst/>
            <a:gdLst>
              <a:gd name="T0" fmla="*/ 0 w 14"/>
              <a:gd name="T1" fmla="*/ 0 h 14"/>
              <a:gd name="T2" fmla="*/ 0 w 14"/>
              <a:gd name="T3" fmla="*/ 2147483647 h 14"/>
              <a:gd name="T4" fmla="*/ 2147483647 w 14"/>
              <a:gd name="T5" fmla="*/ 2147483647 h 14"/>
              <a:gd name="T6" fmla="*/ 2147483647 w 14"/>
              <a:gd name="T7" fmla="*/ 2147483647 h 14"/>
              <a:gd name="T8" fmla="*/ 0 w 14"/>
              <a:gd name="T9" fmla="*/ 0 h 1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4"/>
              <a:gd name="T16" fmla="*/ 0 h 14"/>
              <a:gd name="T17" fmla="*/ 14 w 14"/>
              <a:gd name="T18" fmla="*/ 14 h 1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4" h="14">
                <a:moveTo>
                  <a:pt x="0" y="0"/>
                </a:moveTo>
                <a:lnTo>
                  <a:pt x="0" y="7"/>
                </a:lnTo>
                <a:lnTo>
                  <a:pt x="14" y="14"/>
                </a:lnTo>
                <a:lnTo>
                  <a:pt x="14" y="7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6254" name="Freeform 174"/>
          <p:cNvSpPr>
            <a:spLocks/>
          </p:cNvSpPr>
          <p:nvPr/>
        </p:nvSpPr>
        <p:spPr bwMode="auto">
          <a:xfrm>
            <a:off x="6794500" y="5308600"/>
            <a:ext cx="31750" cy="22225"/>
          </a:xfrm>
          <a:custGeom>
            <a:avLst/>
            <a:gdLst>
              <a:gd name="T0" fmla="*/ 0 w 20"/>
              <a:gd name="T1" fmla="*/ 2147483647 h 14"/>
              <a:gd name="T2" fmla="*/ 2147483647 w 20"/>
              <a:gd name="T3" fmla="*/ 0 h 14"/>
              <a:gd name="T4" fmla="*/ 2147483647 w 20"/>
              <a:gd name="T5" fmla="*/ 2147483647 h 14"/>
              <a:gd name="T6" fmla="*/ 2147483647 w 20"/>
              <a:gd name="T7" fmla="*/ 2147483647 h 14"/>
              <a:gd name="T8" fmla="*/ 0 w 20"/>
              <a:gd name="T9" fmla="*/ 2147483647 h 1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0"/>
              <a:gd name="T16" fmla="*/ 0 h 14"/>
              <a:gd name="T17" fmla="*/ 20 w 20"/>
              <a:gd name="T18" fmla="*/ 14 h 1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0" h="14">
                <a:moveTo>
                  <a:pt x="0" y="7"/>
                </a:moveTo>
                <a:lnTo>
                  <a:pt x="7" y="0"/>
                </a:lnTo>
                <a:lnTo>
                  <a:pt x="20" y="7"/>
                </a:lnTo>
                <a:lnTo>
                  <a:pt x="13" y="14"/>
                </a:lnTo>
                <a:lnTo>
                  <a:pt x="0" y="7"/>
                </a:lnTo>
                <a:close/>
              </a:path>
            </a:pathLst>
          </a:custGeom>
          <a:solidFill>
            <a:srgbClr val="00000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6255" name="Freeform 175"/>
          <p:cNvSpPr>
            <a:spLocks/>
          </p:cNvSpPr>
          <p:nvPr/>
        </p:nvSpPr>
        <p:spPr bwMode="auto">
          <a:xfrm>
            <a:off x="6553200" y="5319713"/>
            <a:ext cx="261938" cy="492125"/>
          </a:xfrm>
          <a:custGeom>
            <a:avLst/>
            <a:gdLst>
              <a:gd name="T0" fmla="*/ 0 w 165"/>
              <a:gd name="T1" fmla="*/ 2147483647 h 310"/>
              <a:gd name="T2" fmla="*/ 2147483647 w 165"/>
              <a:gd name="T3" fmla="*/ 2147483647 h 310"/>
              <a:gd name="T4" fmla="*/ 2147483647 w 165"/>
              <a:gd name="T5" fmla="*/ 2147483647 h 310"/>
              <a:gd name="T6" fmla="*/ 2147483647 w 165"/>
              <a:gd name="T7" fmla="*/ 0 h 310"/>
              <a:gd name="T8" fmla="*/ 0 w 165"/>
              <a:gd name="T9" fmla="*/ 2147483647 h 31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65"/>
              <a:gd name="T16" fmla="*/ 0 h 310"/>
              <a:gd name="T17" fmla="*/ 165 w 165"/>
              <a:gd name="T18" fmla="*/ 310 h 31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65" h="310">
                <a:moveTo>
                  <a:pt x="0" y="303"/>
                </a:moveTo>
                <a:lnTo>
                  <a:pt x="14" y="310"/>
                </a:lnTo>
                <a:lnTo>
                  <a:pt x="165" y="7"/>
                </a:lnTo>
                <a:lnTo>
                  <a:pt x="152" y="0"/>
                </a:lnTo>
                <a:lnTo>
                  <a:pt x="0" y="303"/>
                </a:lnTo>
                <a:close/>
              </a:path>
            </a:pathLst>
          </a:custGeom>
          <a:solidFill>
            <a:srgbClr val="00000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6256" name="Freeform 176"/>
          <p:cNvSpPr>
            <a:spLocks/>
          </p:cNvSpPr>
          <p:nvPr/>
        </p:nvSpPr>
        <p:spPr bwMode="auto">
          <a:xfrm>
            <a:off x="6794500" y="5308600"/>
            <a:ext cx="20638" cy="22225"/>
          </a:xfrm>
          <a:custGeom>
            <a:avLst/>
            <a:gdLst>
              <a:gd name="T0" fmla="*/ 2147483647 w 13"/>
              <a:gd name="T1" fmla="*/ 2147483647 h 14"/>
              <a:gd name="T2" fmla="*/ 2147483647 w 13"/>
              <a:gd name="T3" fmla="*/ 0 h 14"/>
              <a:gd name="T4" fmla="*/ 0 w 13"/>
              <a:gd name="T5" fmla="*/ 2147483647 h 14"/>
              <a:gd name="T6" fmla="*/ 0 w 13"/>
              <a:gd name="T7" fmla="*/ 2147483647 h 14"/>
              <a:gd name="T8" fmla="*/ 2147483647 w 13"/>
              <a:gd name="T9" fmla="*/ 2147483647 h 1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3"/>
              <a:gd name="T16" fmla="*/ 0 h 14"/>
              <a:gd name="T17" fmla="*/ 13 w 13"/>
              <a:gd name="T18" fmla="*/ 14 h 1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3" h="14">
                <a:moveTo>
                  <a:pt x="13" y="7"/>
                </a:moveTo>
                <a:lnTo>
                  <a:pt x="13" y="0"/>
                </a:lnTo>
                <a:lnTo>
                  <a:pt x="0" y="7"/>
                </a:lnTo>
                <a:lnTo>
                  <a:pt x="0" y="14"/>
                </a:lnTo>
                <a:lnTo>
                  <a:pt x="13" y="7"/>
                </a:lnTo>
                <a:close/>
              </a:path>
            </a:pathLst>
          </a:custGeom>
          <a:solidFill>
            <a:srgbClr val="00000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6257" name="Freeform 177"/>
          <p:cNvSpPr>
            <a:spLocks/>
          </p:cNvSpPr>
          <p:nvPr/>
        </p:nvSpPr>
        <p:spPr bwMode="auto">
          <a:xfrm>
            <a:off x="7023100" y="5800725"/>
            <a:ext cx="33338" cy="22225"/>
          </a:xfrm>
          <a:custGeom>
            <a:avLst/>
            <a:gdLst>
              <a:gd name="T0" fmla="*/ 2147483647 w 21"/>
              <a:gd name="T1" fmla="*/ 0 h 14"/>
              <a:gd name="T2" fmla="*/ 2147483647 w 21"/>
              <a:gd name="T3" fmla="*/ 2147483647 h 14"/>
              <a:gd name="T4" fmla="*/ 2147483647 w 21"/>
              <a:gd name="T5" fmla="*/ 2147483647 h 14"/>
              <a:gd name="T6" fmla="*/ 0 w 21"/>
              <a:gd name="T7" fmla="*/ 2147483647 h 14"/>
              <a:gd name="T8" fmla="*/ 2147483647 w 21"/>
              <a:gd name="T9" fmla="*/ 0 h 1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1"/>
              <a:gd name="T16" fmla="*/ 0 h 14"/>
              <a:gd name="T17" fmla="*/ 21 w 21"/>
              <a:gd name="T18" fmla="*/ 14 h 1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1" h="14">
                <a:moveTo>
                  <a:pt x="14" y="0"/>
                </a:moveTo>
                <a:lnTo>
                  <a:pt x="21" y="7"/>
                </a:lnTo>
                <a:lnTo>
                  <a:pt x="7" y="14"/>
                </a:lnTo>
                <a:lnTo>
                  <a:pt x="0" y="7"/>
                </a:lnTo>
                <a:lnTo>
                  <a:pt x="14" y="0"/>
                </a:lnTo>
                <a:close/>
              </a:path>
            </a:pathLst>
          </a:custGeom>
          <a:solidFill>
            <a:srgbClr val="00000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6258" name="Freeform 178"/>
          <p:cNvSpPr>
            <a:spLocks/>
          </p:cNvSpPr>
          <p:nvPr/>
        </p:nvSpPr>
        <p:spPr bwMode="auto">
          <a:xfrm>
            <a:off x="6794500" y="5319713"/>
            <a:ext cx="250825" cy="492125"/>
          </a:xfrm>
          <a:custGeom>
            <a:avLst/>
            <a:gdLst>
              <a:gd name="T0" fmla="*/ 2147483647 w 158"/>
              <a:gd name="T1" fmla="*/ 0 h 310"/>
              <a:gd name="T2" fmla="*/ 0 w 158"/>
              <a:gd name="T3" fmla="*/ 2147483647 h 310"/>
              <a:gd name="T4" fmla="*/ 2147483647 w 158"/>
              <a:gd name="T5" fmla="*/ 2147483647 h 310"/>
              <a:gd name="T6" fmla="*/ 2147483647 w 158"/>
              <a:gd name="T7" fmla="*/ 2147483647 h 310"/>
              <a:gd name="T8" fmla="*/ 2147483647 w 158"/>
              <a:gd name="T9" fmla="*/ 0 h 31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58"/>
              <a:gd name="T16" fmla="*/ 0 h 310"/>
              <a:gd name="T17" fmla="*/ 158 w 158"/>
              <a:gd name="T18" fmla="*/ 310 h 31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58" h="310">
                <a:moveTo>
                  <a:pt x="13" y="0"/>
                </a:moveTo>
                <a:lnTo>
                  <a:pt x="0" y="7"/>
                </a:lnTo>
                <a:lnTo>
                  <a:pt x="144" y="310"/>
                </a:lnTo>
                <a:lnTo>
                  <a:pt x="158" y="303"/>
                </a:lnTo>
                <a:lnTo>
                  <a:pt x="13" y="0"/>
                </a:lnTo>
                <a:close/>
              </a:path>
            </a:pathLst>
          </a:custGeom>
          <a:solidFill>
            <a:srgbClr val="00000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6259" name="Rectangle 179"/>
          <p:cNvSpPr>
            <a:spLocks noChangeArrowheads="1"/>
          </p:cNvSpPr>
          <p:nvPr/>
        </p:nvSpPr>
        <p:spPr bwMode="auto">
          <a:xfrm>
            <a:off x="6443663" y="5680075"/>
            <a:ext cx="241300" cy="241300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6260" name="Rectangle 180"/>
          <p:cNvSpPr>
            <a:spLocks noChangeArrowheads="1"/>
          </p:cNvSpPr>
          <p:nvPr/>
        </p:nvSpPr>
        <p:spPr bwMode="auto">
          <a:xfrm>
            <a:off x="6443663" y="5680075"/>
            <a:ext cx="241300" cy="241300"/>
          </a:xfrm>
          <a:prstGeom prst="rect">
            <a:avLst/>
          </a:prstGeom>
          <a:noFill/>
          <a:ln w="22225">
            <a:solidFill>
              <a:srgbClr val="0000FF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6261" name="Rectangle 181"/>
          <p:cNvSpPr>
            <a:spLocks noChangeArrowheads="1"/>
          </p:cNvSpPr>
          <p:nvPr/>
        </p:nvSpPr>
        <p:spPr bwMode="auto">
          <a:xfrm>
            <a:off x="6924675" y="5680075"/>
            <a:ext cx="241300" cy="241300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6262" name="Rectangle 182"/>
          <p:cNvSpPr>
            <a:spLocks noChangeArrowheads="1"/>
          </p:cNvSpPr>
          <p:nvPr/>
        </p:nvSpPr>
        <p:spPr bwMode="auto">
          <a:xfrm>
            <a:off x="6924675" y="5680075"/>
            <a:ext cx="241300" cy="241300"/>
          </a:xfrm>
          <a:prstGeom prst="rect">
            <a:avLst/>
          </a:prstGeom>
          <a:noFill/>
          <a:ln w="22225">
            <a:solidFill>
              <a:srgbClr val="0000FF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6263" name="Oval 183"/>
          <p:cNvSpPr>
            <a:spLocks noChangeArrowheads="1"/>
          </p:cNvSpPr>
          <p:nvPr/>
        </p:nvSpPr>
        <p:spPr bwMode="auto">
          <a:xfrm>
            <a:off x="6618288" y="5145088"/>
            <a:ext cx="361950" cy="360362"/>
          </a:xfrm>
          <a:prstGeom prst="ellipse">
            <a:avLst/>
          </a:prstGeom>
          <a:solidFill>
            <a:srgbClr val="FFFFFF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6264" name="Oval 184"/>
          <p:cNvSpPr>
            <a:spLocks noChangeArrowheads="1"/>
          </p:cNvSpPr>
          <p:nvPr/>
        </p:nvSpPr>
        <p:spPr bwMode="auto">
          <a:xfrm>
            <a:off x="6619875" y="5145088"/>
            <a:ext cx="360363" cy="360362"/>
          </a:xfrm>
          <a:prstGeom prst="ellipse">
            <a:avLst/>
          </a:prstGeom>
          <a:noFill/>
          <a:ln w="222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6265" name="Rectangle 185"/>
          <p:cNvSpPr>
            <a:spLocks noChangeArrowheads="1"/>
          </p:cNvSpPr>
          <p:nvPr/>
        </p:nvSpPr>
        <p:spPr bwMode="auto">
          <a:xfrm>
            <a:off x="6759575" y="5243513"/>
            <a:ext cx="1905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500">
                <a:solidFill>
                  <a:srgbClr val="000000"/>
                </a:solidFill>
                <a:latin typeface="Times" charset="0"/>
              </a:rPr>
              <a:t>54</a:t>
            </a:r>
            <a:endParaRPr lang="en-US"/>
          </a:p>
        </p:txBody>
      </p:sp>
      <p:sp>
        <p:nvSpPr>
          <p:cNvPr id="46266" name="Rectangle 186"/>
          <p:cNvSpPr>
            <a:spLocks noChangeArrowheads="1"/>
          </p:cNvSpPr>
          <p:nvPr/>
        </p:nvSpPr>
        <p:spPr bwMode="auto">
          <a:xfrm>
            <a:off x="7019925" y="4981575"/>
            <a:ext cx="9525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500">
                <a:solidFill>
                  <a:srgbClr val="000000"/>
                </a:solidFill>
                <a:latin typeface="Times" charset="0"/>
              </a:rPr>
              <a:t>1</a:t>
            </a:r>
            <a:endParaRPr lang="en-US"/>
          </a:p>
        </p:txBody>
      </p:sp>
      <p:sp>
        <p:nvSpPr>
          <p:cNvPr id="46267" name="Rectangle 187"/>
          <p:cNvSpPr>
            <a:spLocks noChangeArrowheads="1"/>
          </p:cNvSpPr>
          <p:nvPr/>
        </p:nvSpPr>
        <p:spPr bwMode="auto">
          <a:xfrm>
            <a:off x="5867400" y="6161088"/>
            <a:ext cx="134938" cy="28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900" i="1">
                <a:solidFill>
                  <a:srgbClr val="000000"/>
                </a:solidFill>
                <a:latin typeface="Times" charset="0"/>
              </a:rPr>
              <a:t>T</a:t>
            </a:r>
            <a:endParaRPr lang="en-US"/>
          </a:p>
        </p:txBody>
      </p:sp>
      <p:sp>
        <p:nvSpPr>
          <p:cNvPr id="46268" name="Rectangle 188"/>
          <p:cNvSpPr>
            <a:spLocks noChangeArrowheads="1"/>
          </p:cNvSpPr>
          <p:nvPr/>
        </p:nvSpPr>
        <p:spPr bwMode="auto">
          <a:xfrm>
            <a:off x="5999163" y="6249988"/>
            <a:ext cx="1016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600">
                <a:solidFill>
                  <a:srgbClr val="000000"/>
                </a:solidFill>
                <a:latin typeface="Times" charset="0"/>
              </a:rPr>
              <a:t>0</a:t>
            </a:r>
            <a:endParaRPr lang="en-US"/>
          </a:p>
        </p:txBody>
      </p:sp>
      <p:grpSp>
        <p:nvGrpSpPr>
          <p:cNvPr id="46269" name="Group 189"/>
          <p:cNvGrpSpPr>
            <a:grpSpLocks/>
          </p:cNvGrpSpPr>
          <p:nvPr/>
        </p:nvGrpSpPr>
        <p:grpSpPr bwMode="auto">
          <a:xfrm>
            <a:off x="6818313" y="6161088"/>
            <a:ext cx="246062" cy="333375"/>
            <a:chOff x="4295" y="3881"/>
            <a:chExt cx="155" cy="210"/>
          </a:xfrm>
        </p:grpSpPr>
        <p:sp>
          <p:nvSpPr>
            <p:cNvPr id="46283" name="Rectangle 190"/>
            <p:cNvSpPr>
              <a:spLocks noChangeArrowheads="1"/>
            </p:cNvSpPr>
            <p:nvPr/>
          </p:nvSpPr>
          <p:spPr bwMode="auto">
            <a:xfrm>
              <a:off x="4295" y="3881"/>
              <a:ext cx="85" cy="18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900" i="1">
                  <a:solidFill>
                    <a:srgbClr val="000000"/>
                  </a:solidFill>
                  <a:latin typeface="Times" charset="0"/>
                </a:rPr>
                <a:t>T</a:t>
              </a:r>
              <a:endParaRPr lang="en-US"/>
            </a:p>
          </p:txBody>
        </p:sp>
        <p:sp>
          <p:nvSpPr>
            <p:cNvPr id="46284" name="Rectangle 191"/>
            <p:cNvSpPr>
              <a:spLocks noChangeArrowheads="1"/>
            </p:cNvSpPr>
            <p:nvPr/>
          </p:nvSpPr>
          <p:spPr bwMode="auto">
            <a:xfrm>
              <a:off x="4386" y="3937"/>
              <a:ext cx="64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>
                  <a:solidFill>
                    <a:srgbClr val="000000"/>
                  </a:solidFill>
                  <a:latin typeface="Times" charset="0"/>
                </a:rPr>
                <a:t>1</a:t>
              </a:r>
              <a:endParaRPr lang="en-US"/>
            </a:p>
          </p:txBody>
        </p:sp>
      </p:grpSp>
      <p:sp>
        <p:nvSpPr>
          <p:cNvPr id="46270" name="Rectangle 192"/>
          <p:cNvSpPr>
            <a:spLocks noChangeArrowheads="1"/>
          </p:cNvSpPr>
          <p:nvPr/>
        </p:nvSpPr>
        <p:spPr bwMode="auto">
          <a:xfrm>
            <a:off x="7670800" y="5626100"/>
            <a:ext cx="134938" cy="28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900" i="1">
                <a:solidFill>
                  <a:srgbClr val="000000"/>
                </a:solidFill>
                <a:latin typeface="Times" charset="0"/>
              </a:rPr>
              <a:t>T</a:t>
            </a:r>
            <a:endParaRPr lang="en-US"/>
          </a:p>
        </p:txBody>
      </p:sp>
      <p:sp>
        <p:nvSpPr>
          <p:cNvPr id="46271" name="Rectangle 193"/>
          <p:cNvSpPr>
            <a:spLocks noChangeArrowheads="1"/>
          </p:cNvSpPr>
          <p:nvPr/>
        </p:nvSpPr>
        <p:spPr bwMode="auto">
          <a:xfrm>
            <a:off x="7815263" y="5713413"/>
            <a:ext cx="1016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600">
                <a:solidFill>
                  <a:srgbClr val="000000"/>
                </a:solidFill>
                <a:latin typeface="Times" charset="0"/>
              </a:rPr>
              <a:t>2</a:t>
            </a:r>
            <a:endParaRPr lang="en-US"/>
          </a:p>
        </p:txBody>
      </p:sp>
      <p:sp>
        <p:nvSpPr>
          <p:cNvPr id="46272" name="Rectangle 194"/>
          <p:cNvSpPr>
            <a:spLocks noChangeArrowheads="1"/>
          </p:cNvSpPr>
          <p:nvPr/>
        </p:nvSpPr>
        <p:spPr bwMode="auto">
          <a:xfrm>
            <a:off x="8370888" y="6161088"/>
            <a:ext cx="134937" cy="28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900" i="1">
                <a:solidFill>
                  <a:srgbClr val="000000"/>
                </a:solidFill>
                <a:latin typeface="Times" charset="0"/>
              </a:rPr>
              <a:t>T</a:t>
            </a:r>
            <a:endParaRPr lang="en-US"/>
          </a:p>
        </p:txBody>
      </p:sp>
      <p:sp>
        <p:nvSpPr>
          <p:cNvPr id="46273" name="Rectangle 195"/>
          <p:cNvSpPr>
            <a:spLocks noChangeArrowheads="1"/>
          </p:cNvSpPr>
          <p:nvPr/>
        </p:nvSpPr>
        <p:spPr bwMode="auto">
          <a:xfrm>
            <a:off x="8504238" y="6249988"/>
            <a:ext cx="1016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600">
                <a:solidFill>
                  <a:srgbClr val="000000"/>
                </a:solidFill>
                <a:latin typeface="Times" charset="0"/>
              </a:rPr>
              <a:t>3</a:t>
            </a:r>
            <a:endParaRPr lang="en-US"/>
          </a:p>
        </p:txBody>
      </p:sp>
      <p:sp>
        <p:nvSpPr>
          <p:cNvPr id="46274" name="Rectangle 196"/>
          <p:cNvSpPr>
            <a:spLocks noChangeArrowheads="1"/>
          </p:cNvSpPr>
          <p:nvPr/>
        </p:nvSpPr>
        <p:spPr bwMode="auto">
          <a:xfrm>
            <a:off x="7500938" y="3975100"/>
            <a:ext cx="106362" cy="28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900" i="1">
                <a:solidFill>
                  <a:srgbClr val="FF0000"/>
                </a:solidFill>
                <a:latin typeface="Times" charset="0"/>
              </a:rPr>
              <a:t>x</a:t>
            </a:r>
            <a:endParaRPr lang="en-US"/>
          </a:p>
        </p:txBody>
      </p:sp>
      <p:sp>
        <p:nvSpPr>
          <p:cNvPr id="46275" name="Rectangle 197"/>
          <p:cNvSpPr>
            <a:spLocks noChangeArrowheads="1"/>
          </p:cNvSpPr>
          <p:nvPr/>
        </p:nvSpPr>
        <p:spPr bwMode="auto">
          <a:xfrm>
            <a:off x="6527800" y="4400550"/>
            <a:ext cx="106363" cy="28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900" i="1">
                <a:solidFill>
                  <a:srgbClr val="FF0000"/>
                </a:solidFill>
                <a:latin typeface="Times" charset="0"/>
              </a:rPr>
              <a:t>y</a:t>
            </a:r>
            <a:endParaRPr lang="en-US"/>
          </a:p>
        </p:txBody>
      </p:sp>
      <p:sp>
        <p:nvSpPr>
          <p:cNvPr id="46276" name="Rectangle 198"/>
          <p:cNvSpPr>
            <a:spLocks noChangeArrowheads="1"/>
          </p:cNvSpPr>
          <p:nvPr/>
        </p:nvSpPr>
        <p:spPr bwMode="auto">
          <a:xfrm>
            <a:off x="7905750" y="4346575"/>
            <a:ext cx="93663" cy="28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900" i="1">
                <a:solidFill>
                  <a:srgbClr val="FF0000"/>
                </a:solidFill>
                <a:latin typeface="Times" charset="0"/>
              </a:rPr>
              <a:t>z</a:t>
            </a:r>
            <a:endParaRPr lang="en-US"/>
          </a:p>
        </p:txBody>
      </p:sp>
      <p:sp>
        <p:nvSpPr>
          <p:cNvPr id="46277" name="Text Box 199"/>
          <p:cNvSpPr txBox="1">
            <a:spLocks noChangeArrowheads="1"/>
          </p:cNvSpPr>
          <p:nvPr/>
        </p:nvSpPr>
        <p:spPr bwMode="auto">
          <a:xfrm>
            <a:off x="762000" y="31242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solidFill>
                  <a:srgbClr val="24A63E"/>
                </a:solidFill>
                <a:latin typeface="Times New Roman" charset="0"/>
              </a:rPr>
              <a:t>unbalanced...</a:t>
            </a:r>
          </a:p>
        </p:txBody>
      </p:sp>
      <p:sp>
        <p:nvSpPr>
          <p:cNvPr id="46278" name="Text Box 200"/>
          <p:cNvSpPr txBox="1">
            <a:spLocks noChangeArrowheads="1"/>
          </p:cNvSpPr>
          <p:nvPr/>
        </p:nvSpPr>
        <p:spPr bwMode="auto">
          <a:xfrm>
            <a:off x="2514600" y="5105400"/>
            <a:ext cx="2209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solidFill>
                  <a:srgbClr val="24A63E"/>
                </a:solidFill>
                <a:latin typeface="Times New Roman" charset="0"/>
              </a:rPr>
              <a:t>...balanced</a:t>
            </a:r>
          </a:p>
        </p:txBody>
      </p:sp>
      <p:pic>
        <p:nvPicPr>
          <p:cNvPr id="46279" name="Picture 201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791200" y="3865563"/>
            <a:ext cx="2819400" cy="13128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46280" name="Group 202"/>
          <p:cNvGrpSpPr>
            <a:grpSpLocks/>
          </p:cNvGrpSpPr>
          <p:nvPr/>
        </p:nvGrpSpPr>
        <p:grpSpPr bwMode="auto">
          <a:xfrm>
            <a:off x="3714750" y="3705225"/>
            <a:ext cx="246063" cy="333375"/>
            <a:chOff x="4295" y="3881"/>
            <a:chExt cx="155" cy="210"/>
          </a:xfrm>
        </p:grpSpPr>
        <p:sp>
          <p:nvSpPr>
            <p:cNvPr id="46281" name="Rectangle 203"/>
            <p:cNvSpPr>
              <a:spLocks noChangeArrowheads="1"/>
            </p:cNvSpPr>
            <p:nvPr/>
          </p:nvSpPr>
          <p:spPr bwMode="auto">
            <a:xfrm>
              <a:off x="4295" y="3881"/>
              <a:ext cx="85" cy="18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900" i="1">
                  <a:solidFill>
                    <a:srgbClr val="000000"/>
                  </a:solidFill>
                  <a:latin typeface="Times" charset="0"/>
                </a:rPr>
                <a:t>T</a:t>
              </a:r>
              <a:endParaRPr lang="en-US"/>
            </a:p>
          </p:txBody>
        </p:sp>
        <p:sp>
          <p:nvSpPr>
            <p:cNvPr id="46282" name="Rectangle 204"/>
            <p:cNvSpPr>
              <a:spLocks noChangeArrowheads="1"/>
            </p:cNvSpPr>
            <p:nvPr/>
          </p:nvSpPr>
          <p:spPr bwMode="auto">
            <a:xfrm>
              <a:off x="4386" y="3937"/>
              <a:ext cx="64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>
                  <a:solidFill>
                    <a:srgbClr val="000000"/>
                  </a:solidFill>
                  <a:latin typeface="Times" charset="0"/>
                </a:rPr>
                <a:t>1</a:t>
              </a:r>
              <a:endParaRPr 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76200"/>
            <a:ext cx="7620000" cy="1143000"/>
          </a:xfrm>
        </p:spPr>
        <p:txBody>
          <a:bodyPr/>
          <a:lstStyle/>
          <a:p>
            <a:r>
              <a:rPr lang="en-US" smtClean="0"/>
              <a:t>Restructuring (as Single Rotations)</a:t>
            </a:r>
          </a:p>
        </p:txBody>
      </p:sp>
      <p:sp>
        <p:nvSpPr>
          <p:cNvPr id="47107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sz="half" idx="1"/>
          </p:nvPr>
        </p:nvSpPr>
        <p:spPr>
          <a:xfrm>
            <a:off x="685800" y="1447800"/>
            <a:ext cx="8382000" cy="914400"/>
          </a:xfrm>
        </p:spPr>
        <p:txBody>
          <a:bodyPr/>
          <a:lstStyle/>
          <a:p>
            <a:pPr>
              <a:buClrTx/>
              <a:buFont typeface="Times" charset="0"/>
              <a:buChar char="•"/>
            </a:pPr>
            <a:r>
              <a:rPr lang="en-US" smtClean="0"/>
              <a:t>Single Rotations:</a:t>
            </a:r>
            <a:endParaRPr lang="en-US" sz="2800" smtClean="0"/>
          </a:p>
        </p:txBody>
      </p:sp>
      <p:pic>
        <p:nvPicPr>
          <p:cNvPr id="47108" name="Picture 4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/>
          <a:srcRect/>
          <a:stretch>
            <a:fillRect/>
          </a:stretch>
        </p:blipFill>
        <p:spPr>
          <a:xfrm>
            <a:off x="1371600" y="2057400"/>
            <a:ext cx="6400800" cy="2209800"/>
          </a:xfrm>
        </p:spPr>
      </p:pic>
      <p:pic>
        <p:nvPicPr>
          <p:cNvPr id="47109" name="Picture 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066800" y="4495800"/>
            <a:ext cx="6413500" cy="2095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0"/>
            <a:ext cx="7772400" cy="1143000"/>
          </a:xfrm>
        </p:spPr>
        <p:txBody>
          <a:bodyPr/>
          <a:lstStyle/>
          <a:p>
            <a:r>
              <a:rPr lang="en-US" smtClean="0"/>
              <a:t>Restructuring (as Double Rotations)</a:t>
            </a:r>
          </a:p>
        </p:txBody>
      </p:sp>
      <p:sp>
        <p:nvSpPr>
          <p:cNvPr id="48131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sz="half" idx="1"/>
          </p:nvPr>
        </p:nvSpPr>
        <p:spPr>
          <a:xfrm>
            <a:off x="685800" y="1524000"/>
            <a:ext cx="3810000" cy="609600"/>
          </a:xfrm>
        </p:spPr>
        <p:txBody>
          <a:bodyPr/>
          <a:lstStyle/>
          <a:p>
            <a:pPr>
              <a:buClrTx/>
              <a:buFont typeface="Times" charset="0"/>
              <a:buChar char="•"/>
            </a:pPr>
            <a:r>
              <a:rPr lang="en-US" smtClean="0"/>
              <a:t>double rotations:</a:t>
            </a:r>
            <a:endParaRPr lang="en-US" sz="2800" smtClean="0"/>
          </a:p>
        </p:txBody>
      </p:sp>
      <p:pic>
        <p:nvPicPr>
          <p:cNvPr id="48132" name="Picture 4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/>
          <a:srcRect/>
          <a:stretch>
            <a:fillRect/>
          </a:stretch>
        </p:blipFill>
        <p:spPr>
          <a:xfrm>
            <a:off x="1219200" y="2133600"/>
            <a:ext cx="6477000" cy="2209800"/>
          </a:xfrm>
        </p:spPr>
      </p:pic>
      <p:pic>
        <p:nvPicPr>
          <p:cNvPr id="48133" name="Picture 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066800" y="4191000"/>
            <a:ext cx="6438900" cy="2197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Exercise: AVL Trees</a:t>
            </a:r>
          </a:p>
        </p:txBody>
      </p:sp>
      <p:sp>
        <p:nvSpPr>
          <p:cNvPr id="49155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  <a:buClrTx/>
              <a:buFont typeface="Times" charset="0"/>
              <a:buChar char="•"/>
            </a:pPr>
            <a:r>
              <a:rPr lang="en-US" sz="2800" smtClean="0"/>
              <a:t>Insert into an initially empty AVL tree items with the following keys (in this order). Draw the resulting AVL tree</a:t>
            </a:r>
          </a:p>
          <a:p>
            <a:pPr lvl="1">
              <a:lnSpc>
                <a:spcPct val="90000"/>
              </a:lnSpc>
              <a:buClrTx/>
              <a:buFont typeface="Times" charset="0"/>
              <a:buChar char="•"/>
            </a:pPr>
            <a:r>
              <a:rPr lang="en-US" sz="2400" smtClean="0"/>
              <a:t>30, 40, 24, 58, 48, 26, 11, 13</a:t>
            </a:r>
          </a:p>
          <a:p>
            <a:pPr>
              <a:lnSpc>
                <a:spcPct val="90000"/>
              </a:lnSpc>
              <a:buClrTx/>
              <a:buFont typeface="Times" charset="0"/>
              <a:buNone/>
            </a:pPr>
            <a:endParaRPr lang="en-US" sz="2800" smtClean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152400"/>
            <a:ext cx="7772400" cy="1143000"/>
          </a:xfrm>
        </p:spPr>
        <p:txBody>
          <a:bodyPr/>
          <a:lstStyle/>
          <a:p>
            <a:r>
              <a:rPr lang="en-US" smtClean="0"/>
              <a:t>Removal in an AVL Tree</a:t>
            </a:r>
          </a:p>
        </p:txBody>
      </p:sp>
      <p:sp>
        <p:nvSpPr>
          <p:cNvPr id="50179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676400"/>
            <a:ext cx="7924800" cy="1219200"/>
          </a:xfrm>
        </p:spPr>
        <p:txBody>
          <a:bodyPr/>
          <a:lstStyle/>
          <a:p>
            <a:pPr>
              <a:lnSpc>
                <a:spcPct val="90000"/>
              </a:lnSpc>
              <a:buClrTx/>
              <a:buFont typeface="Times" charset="0"/>
              <a:buChar char="•"/>
            </a:pPr>
            <a:r>
              <a:rPr lang="en-US" sz="2000" smtClean="0"/>
              <a:t>Removal begins as in a binary search tree, which means the node removed will become an empty external node. Its parent, w, may cause an imbalance.</a:t>
            </a:r>
          </a:p>
          <a:p>
            <a:pPr>
              <a:lnSpc>
                <a:spcPct val="90000"/>
              </a:lnSpc>
              <a:buClrTx/>
              <a:buFont typeface="Times" charset="0"/>
              <a:buChar char="•"/>
            </a:pPr>
            <a:r>
              <a:rPr lang="en-US" sz="2000" smtClean="0"/>
              <a:t>Example: </a:t>
            </a:r>
          </a:p>
        </p:txBody>
      </p:sp>
      <p:grpSp>
        <p:nvGrpSpPr>
          <p:cNvPr id="50180" name="Group 4"/>
          <p:cNvGrpSpPr>
            <a:grpSpLocks/>
          </p:cNvGrpSpPr>
          <p:nvPr/>
        </p:nvGrpSpPr>
        <p:grpSpPr bwMode="auto">
          <a:xfrm>
            <a:off x="2147888" y="2921000"/>
            <a:ext cx="2786062" cy="2878138"/>
            <a:chOff x="2112" y="1820"/>
            <a:chExt cx="1755" cy="1813"/>
          </a:xfrm>
        </p:grpSpPr>
        <p:sp>
          <p:nvSpPr>
            <p:cNvPr id="50220" name="Oval 5"/>
            <p:cNvSpPr>
              <a:spLocks noChangeArrowheads="1"/>
            </p:cNvSpPr>
            <p:nvPr/>
          </p:nvSpPr>
          <p:spPr bwMode="auto">
            <a:xfrm>
              <a:off x="2686" y="1820"/>
              <a:ext cx="323" cy="261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r>
                <a:rPr lang="en-US" sz="1400">
                  <a:solidFill>
                    <a:srgbClr val="000000"/>
                  </a:solidFill>
                  <a:latin typeface="Times New Roman" charset="0"/>
                </a:rPr>
                <a:t>44</a:t>
              </a:r>
            </a:p>
          </p:txBody>
        </p:sp>
        <p:sp>
          <p:nvSpPr>
            <p:cNvPr id="50221" name="Oval 6"/>
            <p:cNvSpPr>
              <a:spLocks noChangeArrowheads="1"/>
            </p:cNvSpPr>
            <p:nvPr/>
          </p:nvSpPr>
          <p:spPr bwMode="auto">
            <a:xfrm>
              <a:off x="2164" y="2204"/>
              <a:ext cx="323" cy="261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r>
                <a:rPr lang="en-US" sz="1400">
                  <a:solidFill>
                    <a:srgbClr val="000000"/>
                  </a:solidFill>
                  <a:latin typeface="Times New Roman" charset="0"/>
                </a:rPr>
                <a:t>17</a:t>
              </a:r>
            </a:p>
          </p:txBody>
        </p:sp>
        <p:sp>
          <p:nvSpPr>
            <p:cNvPr id="50222" name="Oval 7"/>
            <p:cNvSpPr>
              <a:spLocks noChangeArrowheads="1"/>
            </p:cNvSpPr>
            <p:nvPr/>
          </p:nvSpPr>
          <p:spPr bwMode="auto">
            <a:xfrm>
              <a:off x="3416" y="2636"/>
              <a:ext cx="323" cy="261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r>
                <a:rPr lang="en-US" sz="1400">
                  <a:solidFill>
                    <a:srgbClr val="000000"/>
                  </a:solidFill>
                  <a:latin typeface="Times New Roman" charset="0"/>
                </a:rPr>
                <a:t>78</a:t>
              </a:r>
            </a:p>
          </p:txBody>
        </p:sp>
        <p:sp>
          <p:nvSpPr>
            <p:cNvPr id="50223" name="Oval 8"/>
            <p:cNvSpPr>
              <a:spLocks noChangeArrowheads="1"/>
            </p:cNvSpPr>
            <p:nvPr/>
          </p:nvSpPr>
          <p:spPr bwMode="auto">
            <a:xfrm>
              <a:off x="2296" y="2636"/>
              <a:ext cx="323" cy="261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r>
                <a:rPr lang="en-US" sz="1400">
                  <a:solidFill>
                    <a:srgbClr val="000000"/>
                  </a:solidFill>
                  <a:latin typeface="Times New Roman" charset="0"/>
                </a:rPr>
                <a:t>32</a:t>
              </a:r>
            </a:p>
          </p:txBody>
        </p:sp>
        <p:sp>
          <p:nvSpPr>
            <p:cNvPr id="50224" name="Oval 9"/>
            <p:cNvSpPr>
              <a:spLocks noChangeArrowheads="1"/>
            </p:cNvSpPr>
            <p:nvPr/>
          </p:nvSpPr>
          <p:spPr bwMode="auto">
            <a:xfrm>
              <a:off x="2908" y="2636"/>
              <a:ext cx="323" cy="261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r>
                <a:rPr lang="en-US" sz="1400">
                  <a:solidFill>
                    <a:srgbClr val="000000"/>
                  </a:solidFill>
                  <a:latin typeface="Times New Roman" charset="0"/>
                </a:rPr>
                <a:t>50</a:t>
              </a:r>
            </a:p>
          </p:txBody>
        </p:sp>
        <p:sp>
          <p:nvSpPr>
            <p:cNvPr id="50225" name="Oval 10"/>
            <p:cNvSpPr>
              <a:spLocks noChangeArrowheads="1"/>
            </p:cNvSpPr>
            <p:nvPr/>
          </p:nvSpPr>
          <p:spPr bwMode="auto">
            <a:xfrm>
              <a:off x="3544" y="3060"/>
              <a:ext cx="323" cy="261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r>
                <a:rPr lang="en-US" sz="1400">
                  <a:solidFill>
                    <a:srgbClr val="000000"/>
                  </a:solidFill>
                  <a:latin typeface="Times New Roman" charset="0"/>
                </a:rPr>
                <a:t>88</a:t>
              </a:r>
            </a:p>
          </p:txBody>
        </p:sp>
        <p:sp>
          <p:nvSpPr>
            <p:cNvPr id="50226" name="Oval 11"/>
            <p:cNvSpPr>
              <a:spLocks noChangeArrowheads="1"/>
            </p:cNvSpPr>
            <p:nvPr/>
          </p:nvSpPr>
          <p:spPr bwMode="auto">
            <a:xfrm>
              <a:off x="2686" y="3068"/>
              <a:ext cx="323" cy="261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r>
                <a:rPr lang="en-US" sz="1400">
                  <a:solidFill>
                    <a:srgbClr val="000000"/>
                  </a:solidFill>
                  <a:latin typeface="Times New Roman" charset="0"/>
                </a:rPr>
                <a:t>48</a:t>
              </a:r>
            </a:p>
          </p:txBody>
        </p:sp>
        <p:sp>
          <p:nvSpPr>
            <p:cNvPr id="50227" name="Oval 12"/>
            <p:cNvSpPr>
              <a:spLocks noChangeArrowheads="1"/>
            </p:cNvSpPr>
            <p:nvPr/>
          </p:nvSpPr>
          <p:spPr bwMode="auto">
            <a:xfrm>
              <a:off x="3166" y="2204"/>
              <a:ext cx="323" cy="261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r>
                <a:rPr lang="en-US" sz="1400">
                  <a:solidFill>
                    <a:srgbClr val="000000"/>
                  </a:solidFill>
                  <a:latin typeface="Times New Roman" charset="0"/>
                </a:rPr>
                <a:t>62</a:t>
              </a:r>
            </a:p>
          </p:txBody>
        </p:sp>
        <p:sp>
          <p:nvSpPr>
            <p:cNvPr id="50228" name="Rectangle 13"/>
            <p:cNvSpPr>
              <a:spLocks noChangeArrowheads="1"/>
            </p:cNvSpPr>
            <p:nvPr/>
          </p:nvSpPr>
          <p:spPr bwMode="auto">
            <a:xfrm>
              <a:off x="2112" y="2528"/>
              <a:ext cx="116" cy="241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50229" name="Rectangle 14"/>
            <p:cNvSpPr>
              <a:spLocks noChangeArrowheads="1"/>
            </p:cNvSpPr>
            <p:nvPr/>
          </p:nvSpPr>
          <p:spPr bwMode="auto">
            <a:xfrm>
              <a:off x="2304" y="2960"/>
              <a:ext cx="116" cy="241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50230" name="Rectangle 15"/>
            <p:cNvSpPr>
              <a:spLocks noChangeArrowheads="1"/>
            </p:cNvSpPr>
            <p:nvPr/>
          </p:nvSpPr>
          <p:spPr bwMode="auto">
            <a:xfrm>
              <a:off x="2496" y="2960"/>
              <a:ext cx="116" cy="241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50231" name="Rectangle 16"/>
            <p:cNvSpPr>
              <a:spLocks noChangeArrowheads="1"/>
            </p:cNvSpPr>
            <p:nvPr/>
          </p:nvSpPr>
          <p:spPr bwMode="auto">
            <a:xfrm>
              <a:off x="2688" y="3392"/>
              <a:ext cx="116" cy="241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50232" name="Rectangle 17"/>
            <p:cNvSpPr>
              <a:spLocks noChangeArrowheads="1"/>
            </p:cNvSpPr>
            <p:nvPr/>
          </p:nvSpPr>
          <p:spPr bwMode="auto">
            <a:xfrm>
              <a:off x="2880" y="3392"/>
              <a:ext cx="116" cy="241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50233" name="Rectangle 18"/>
            <p:cNvSpPr>
              <a:spLocks noChangeArrowheads="1"/>
            </p:cNvSpPr>
            <p:nvPr/>
          </p:nvSpPr>
          <p:spPr bwMode="auto">
            <a:xfrm>
              <a:off x="3360" y="3000"/>
              <a:ext cx="116" cy="241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50234" name="Rectangle 19"/>
            <p:cNvSpPr>
              <a:spLocks noChangeArrowheads="1"/>
            </p:cNvSpPr>
            <p:nvPr/>
          </p:nvSpPr>
          <p:spPr bwMode="auto">
            <a:xfrm>
              <a:off x="3552" y="3384"/>
              <a:ext cx="116" cy="241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50235" name="Rectangle 20"/>
            <p:cNvSpPr>
              <a:spLocks noChangeArrowheads="1"/>
            </p:cNvSpPr>
            <p:nvPr/>
          </p:nvSpPr>
          <p:spPr bwMode="auto">
            <a:xfrm>
              <a:off x="3744" y="3384"/>
              <a:ext cx="116" cy="241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  <p:cxnSp>
          <p:nvCxnSpPr>
            <p:cNvPr id="50236" name="AutoShape 21"/>
            <p:cNvCxnSpPr>
              <a:cxnSpLocks noChangeShapeType="1"/>
              <a:stCxn id="50220" idx="4"/>
              <a:endCxn id="50221" idx="0"/>
            </p:cNvCxnSpPr>
            <p:nvPr/>
          </p:nvCxnSpPr>
          <p:spPr bwMode="auto">
            <a:xfrm rot="5400000">
              <a:off x="2525" y="1882"/>
              <a:ext cx="123" cy="522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</p:cxnSp>
        <p:cxnSp>
          <p:nvCxnSpPr>
            <p:cNvPr id="50237" name="AutoShape 22"/>
            <p:cNvCxnSpPr>
              <a:cxnSpLocks noChangeShapeType="1"/>
              <a:stCxn id="50221" idx="4"/>
              <a:endCxn id="50228" idx="0"/>
            </p:cNvCxnSpPr>
            <p:nvPr/>
          </p:nvCxnSpPr>
          <p:spPr bwMode="auto">
            <a:xfrm rot="5400000">
              <a:off x="2217" y="2419"/>
              <a:ext cx="62" cy="155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</p:cxnSp>
        <p:cxnSp>
          <p:nvCxnSpPr>
            <p:cNvPr id="50238" name="AutoShape 23"/>
            <p:cNvCxnSpPr>
              <a:cxnSpLocks noChangeShapeType="1"/>
              <a:stCxn id="50221" idx="4"/>
              <a:endCxn id="50223" idx="0"/>
            </p:cNvCxnSpPr>
            <p:nvPr/>
          </p:nvCxnSpPr>
          <p:spPr bwMode="auto">
            <a:xfrm rot="16200000" flipH="1">
              <a:off x="2306" y="2485"/>
              <a:ext cx="171" cy="132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</p:cxnSp>
        <p:cxnSp>
          <p:nvCxnSpPr>
            <p:cNvPr id="50239" name="AutoShape 24"/>
            <p:cNvCxnSpPr>
              <a:cxnSpLocks noChangeShapeType="1"/>
              <a:stCxn id="50220" idx="4"/>
              <a:endCxn id="50227" idx="0"/>
            </p:cNvCxnSpPr>
            <p:nvPr/>
          </p:nvCxnSpPr>
          <p:spPr bwMode="auto">
            <a:xfrm rot="16200000" flipH="1">
              <a:off x="3026" y="1903"/>
              <a:ext cx="123" cy="48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</p:cxnSp>
        <p:cxnSp>
          <p:nvCxnSpPr>
            <p:cNvPr id="50240" name="AutoShape 25"/>
            <p:cNvCxnSpPr>
              <a:cxnSpLocks noChangeShapeType="1"/>
              <a:stCxn id="50222" idx="0"/>
              <a:endCxn id="50227" idx="4"/>
            </p:cNvCxnSpPr>
            <p:nvPr/>
          </p:nvCxnSpPr>
          <p:spPr bwMode="auto">
            <a:xfrm rot="16200000" flipV="1">
              <a:off x="3367" y="2426"/>
              <a:ext cx="171" cy="25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</p:cxnSp>
        <p:cxnSp>
          <p:nvCxnSpPr>
            <p:cNvPr id="50241" name="AutoShape 26"/>
            <p:cNvCxnSpPr>
              <a:cxnSpLocks noChangeShapeType="1"/>
              <a:stCxn id="50222" idx="4"/>
              <a:endCxn id="50225" idx="0"/>
            </p:cNvCxnSpPr>
            <p:nvPr/>
          </p:nvCxnSpPr>
          <p:spPr bwMode="auto">
            <a:xfrm rot="16200000" flipH="1">
              <a:off x="3560" y="2915"/>
              <a:ext cx="163" cy="128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</p:cxnSp>
        <p:cxnSp>
          <p:nvCxnSpPr>
            <p:cNvPr id="50242" name="AutoShape 27"/>
            <p:cNvCxnSpPr>
              <a:cxnSpLocks noChangeShapeType="1"/>
              <a:stCxn id="50224" idx="4"/>
              <a:endCxn id="50226" idx="0"/>
            </p:cNvCxnSpPr>
            <p:nvPr/>
          </p:nvCxnSpPr>
          <p:spPr bwMode="auto">
            <a:xfrm rot="5400000">
              <a:off x="2873" y="2872"/>
              <a:ext cx="171" cy="222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</p:cxnSp>
        <p:cxnSp>
          <p:nvCxnSpPr>
            <p:cNvPr id="50243" name="AutoShape 28"/>
            <p:cNvCxnSpPr>
              <a:cxnSpLocks noChangeShapeType="1"/>
              <a:stCxn id="50223" idx="4"/>
              <a:endCxn id="50229" idx="0"/>
            </p:cNvCxnSpPr>
            <p:nvPr/>
          </p:nvCxnSpPr>
          <p:spPr bwMode="auto">
            <a:xfrm rot="5400000">
              <a:off x="2379" y="2881"/>
              <a:ext cx="62" cy="95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</p:cxnSp>
        <p:cxnSp>
          <p:nvCxnSpPr>
            <p:cNvPr id="50244" name="AutoShape 29"/>
            <p:cNvCxnSpPr>
              <a:cxnSpLocks noChangeShapeType="1"/>
              <a:stCxn id="50223" idx="4"/>
              <a:endCxn id="50230" idx="0"/>
            </p:cNvCxnSpPr>
            <p:nvPr/>
          </p:nvCxnSpPr>
          <p:spPr bwMode="auto">
            <a:xfrm rot="16200000" flipH="1">
              <a:off x="2475" y="2880"/>
              <a:ext cx="62" cy="97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</p:cxnSp>
        <p:cxnSp>
          <p:nvCxnSpPr>
            <p:cNvPr id="50245" name="AutoShape 30"/>
            <p:cNvCxnSpPr>
              <a:cxnSpLocks noChangeShapeType="1"/>
              <a:stCxn id="50226" idx="4"/>
              <a:endCxn id="50231" idx="0"/>
            </p:cNvCxnSpPr>
            <p:nvPr/>
          </p:nvCxnSpPr>
          <p:spPr bwMode="auto">
            <a:xfrm rot="5400000">
              <a:off x="2766" y="3310"/>
              <a:ext cx="62" cy="10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</p:cxnSp>
        <p:cxnSp>
          <p:nvCxnSpPr>
            <p:cNvPr id="50246" name="AutoShape 31"/>
            <p:cNvCxnSpPr>
              <a:cxnSpLocks noChangeShapeType="1"/>
              <a:stCxn id="50226" idx="4"/>
              <a:endCxn id="50232" idx="0"/>
            </p:cNvCxnSpPr>
            <p:nvPr/>
          </p:nvCxnSpPr>
          <p:spPr bwMode="auto">
            <a:xfrm rot="16200000" flipH="1">
              <a:off x="2862" y="3315"/>
              <a:ext cx="62" cy="9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</p:cxnSp>
        <p:cxnSp>
          <p:nvCxnSpPr>
            <p:cNvPr id="50247" name="AutoShape 32"/>
            <p:cNvCxnSpPr>
              <a:cxnSpLocks noChangeShapeType="1"/>
              <a:stCxn id="50224" idx="4"/>
              <a:endCxn id="50252" idx="0"/>
            </p:cNvCxnSpPr>
            <p:nvPr/>
          </p:nvCxnSpPr>
          <p:spPr bwMode="auto">
            <a:xfrm rot="16200000" flipH="1">
              <a:off x="3046" y="2921"/>
              <a:ext cx="171" cy="124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</p:cxnSp>
        <p:cxnSp>
          <p:nvCxnSpPr>
            <p:cNvPr id="50248" name="AutoShape 33"/>
            <p:cNvCxnSpPr>
              <a:cxnSpLocks noChangeShapeType="1"/>
              <a:stCxn id="50222" idx="4"/>
              <a:endCxn id="50233" idx="0"/>
            </p:cNvCxnSpPr>
            <p:nvPr/>
          </p:nvCxnSpPr>
          <p:spPr bwMode="auto">
            <a:xfrm rot="5400000">
              <a:off x="3447" y="2869"/>
              <a:ext cx="102" cy="159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</p:cxnSp>
        <p:cxnSp>
          <p:nvCxnSpPr>
            <p:cNvPr id="50249" name="AutoShape 34"/>
            <p:cNvCxnSpPr>
              <a:cxnSpLocks noChangeShapeType="1"/>
              <a:stCxn id="50224" idx="0"/>
              <a:endCxn id="50227" idx="4"/>
            </p:cNvCxnSpPr>
            <p:nvPr/>
          </p:nvCxnSpPr>
          <p:spPr bwMode="auto">
            <a:xfrm rot="5400000" flipH="1" flipV="1">
              <a:off x="3113" y="2422"/>
              <a:ext cx="171" cy="258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</p:cxnSp>
        <p:cxnSp>
          <p:nvCxnSpPr>
            <p:cNvPr id="50250" name="AutoShape 35"/>
            <p:cNvCxnSpPr>
              <a:cxnSpLocks noChangeShapeType="1"/>
              <a:stCxn id="50225" idx="4"/>
              <a:endCxn id="50234" idx="0"/>
            </p:cNvCxnSpPr>
            <p:nvPr/>
          </p:nvCxnSpPr>
          <p:spPr bwMode="auto">
            <a:xfrm rot="5400000">
              <a:off x="3627" y="3305"/>
              <a:ext cx="62" cy="95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</p:cxnSp>
        <p:cxnSp>
          <p:nvCxnSpPr>
            <p:cNvPr id="50251" name="AutoShape 36"/>
            <p:cNvCxnSpPr>
              <a:cxnSpLocks noChangeShapeType="1"/>
              <a:stCxn id="50225" idx="4"/>
              <a:endCxn id="50235" idx="0"/>
            </p:cNvCxnSpPr>
            <p:nvPr/>
          </p:nvCxnSpPr>
          <p:spPr bwMode="auto">
            <a:xfrm rot="16200000" flipH="1">
              <a:off x="3723" y="3304"/>
              <a:ext cx="62" cy="97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</p:cxnSp>
        <p:sp>
          <p:nvSpPr>
            <p:cNvPr id="50252" name="Oval 37"/>
            <p:cNvSpPr>
              <a:spLocks noChangeArrowheads="1"/>
            </p:cNvSpPr>
            <p:nvPr/>
          </p:nvSpPr>
          <p:spPr bwMode="auto">
            <a:xfrm>
              <a:off x="3032" y="3068"/>
              <a:ext cx="323" cy="261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r>
                <a:rPr lang="en-US" sz="1400">
                  <a:solidFill>
                    <a:srgbClr val="000000"/>
                  </a:solidFill>
                  <a:latin typeface="Times New Roman" charset="0"/>
                </a:rPr>
                <a:t>54</a:t>
              </a:r>
            </a:p>
          </p:txBody>
        </p:sp>
        <p:sp>
          <p:nvSpPr>
            <p:cNvPr id="50253" name="Rectangle 38"/>
            <p:cNvSpPr>
              <a:spLocks noChangeArrowheads="1"/>
            </p:cNvSpPr>
            <p:nvPr/>
          </p:nvSpPr>
          <p:spPr bwMode="auto">
            <a:xfrm>
              <a:off x="3034" y="3392"/>
              <a:ext cx="116" cy="241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50254" name="Rectangle 39"/>
            <p:cNvSpPr>
              <a:spLocks noChangeArrowheads="1"/>
            </p:cNvSpPr>
            <p:nvPr/>
          </p:nvSpPr>
          <p:spPr bwMode="auto">
            <a:xfrm>
              <a:off x="3226" y="3392"/>
              <a:ext cx="116" cy="241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  <p:cxnSp>
          <p:nvCxnSpPr>
            <p:cNvPr id="50255" name="AutoShape 40"/>
            <p:cNvCxnSpPr>
              <a:cxnSpLocks noChangeShapeType="1"/>
              <a:stCxn id="50252" idx="4"/>
              <a:endCxn id="50253" idx="0"/>
            </p:cNvCxnSpPr>
            <p:nvPr/>
          </p:nvCxnSpPr>
          <p:spPr bwMode="auto">
            <a:xfrm rot="5400000">
              <a:off x="3112" y="3310"/>
              <a:ext cx="62" cy="10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</p:cxnSp>
        <p:cxnSp>
          <p:nvCxnSpPr>
            <p:cNvPr id="50256" name="AutoShape 41"/>
            <p:cNvCxnSpPr>
              <a:cxnSpLocks noChangeShapeType="1"/>
              <a:stCxn id="50252" idx="4"/>
              <a:endCxn id="50254" idx="0"/>
            </p:cNvCxnSpPr>
            <p:nvPr/>
          </p:nvCxnSpPr>
          <p:spPr bwMode="auto">
            <a:xfrm rot="16200000" flipH="1">
              <a:off x="3208" y="3315"/>
              <a:ext cx="62" cy="9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</p:cxnSp>
      </p:grpSp>
      <p:cxnSp>
        <p:nvCxnSpPr>
          <p:cNvPr id="50181" name="AutoShape 67"/>
          <p:cNvCxnSpPr>
            <a:cxnSpLocks noChangeShapeType="1"/>
            <a:stCxn id="50202" idx="0"/>
            <a:endCxn id="50205" idx="4"/>
          </p:cNvCxnSpPr>
          <p:nvPr/>
        </p:nvCxnSpPr>
        <p:spPr bwMode="auto">
          <a:xfrm rot="5400000" flipH="1" flipV="1">
            <a:off x="6632575" y="3876675"/>
            <a:ext cx="269875" cy="409575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</p:cxnSp>
      <p:grpSp>
        <p:nvGrpSpPr>
          <p:cNvPr id="50182" name="Group 80"/>
          <p:cNvGrpSpPr>
            <a:grpSpLocks/>
          </p:cNvGrpSpPr>
          <p:nvPr/>
        </p:nvGrpSpPr>
        <p:grpSpPr bwMode="auto">
          <a:xfrm>
            <a:off x="5567363" y="2921000"/>
            <a:ext cx="2262187" cy="2876550"/>
            <a:chOff x="5567363" y="2921403"/>
            <a:chExt cx="2261562" cy="2876725"/>
          </a:xfrm>
        </p:grpSpPr>
        <p:cxnSp>
          <p:nvCxnSpPr>
            <p:cNvPr id="50187" name="AutoShape 56"/>
            <p:cNvCxnSpPr>
              <a:cxnSpLocks noChangeShapeType="1"/>
              <a:stCxn id="50199" idx="4"/>
              <a:endCxn id="50200" idx="0"/>
            </p:cNvCxnSpPr>
            <p:nvPr/>
          </p:nvCxnSpPr>
          <p:spPr bwMode="auto">
            <a:xfrm rot="5400000">
              <a:off x="5999242" y="3167063"/>
              <a:ext cx="194480" cy="53340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</p:cxnSp>
        <p:cxnSp>
          <p:nvCxnSpPr>
            <p:cNvPr id="50188" name="AutoShape 57"/>
            <p:cNvCxnSpPr>
              <a:cxnSpLocks noChangeShapeType="1"/>
              <a:stCxn id="50200" idx="4"/>
              <a:endCxn id="50206" idx="0"/>
            </p:cNvCxnSpPr>
            <p:nvPr/>
          </p:nvCxnSpPr>
          <p:spPr bwMode="auto">
            <a:xfrm rot="5400000">
              <a:off x="5695615" y="3910204"/>
              <a:ext cx="98249" cy="170086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</p:cxnSp>
        <p:cxnSp>
          <p:nvCxnSpPr>
            <p:cNvPr id="50189" name="AutoShape 58"/>
            <p:cNvCxnSpPr>
              <a:cxnSpLocks noChangeShapeType="1"/>
              <a:stCxn id="50200" idx="4"/>
              <a:endCxn id="50207" idx="0"/>
            </p:cNvCxnSpPr>
            <p:nvPr/>
          </p:nvCxnSpPr>
          <p:spPr bwMode="auto">
            <a:xfrm rot="16200000" flipH="1">
              <a:off x="5848015" y="3927890"/>
              <a:ext cx="98249" cy="134714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</p:cxnSp>
        <p:cxnSp>
          <p:nvCxnSpPr>
            <p:cNvPr id="50190" name="AutoShape 59"/>
            <p:cNvCxnSpPr>
              <a:cxnSpLocks noChangeShapeType="1"/>
              <a:stCxn id="50199" idx="4"/>
              <a:endCxn id="50205" idx="0"/>
            </p:cNvCxnSpPr>
            <p:nvPr/>
          </p:nvCxnSpPr>
          <p:spPr bwMode="auto">
            <a:xfrm rot="16200000" flipH="1">
              <a:off x="6570742" y="3128963"/>
              <a:ext cx="194480" cy="60960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</p:cxnSp>
        <p:cxnSp>
          <p:nvCxnSpPr>
            <p:cNvPr id="50191" name="AutoShape 60"/>
            <p:cNvCxnSpPr>
              <a:cxnSpLocks noChangeShapeType="1"/>
              <a:stCxn id="50201" idx="0"/>
              <a:endCxn id="50205" idx="4"/>
            </p:cNvCxnSpPr>
            <p:nvPr/>
          </p:nvCxnSpPr>
          <p:spPr bwMode="auto">
            <a:xfrm rot="16200000" flipV="1">
              <a:off x="7035880" y="3883025"/>
              <a:ext cx="270680" cy="396875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</p:cxnSp>
        <p:cxnSp>
          <p:nvCxnSpPr>
            <p:cNvPr id="50192" name="AutoShape 61"/>
            <p:cNvCxnSpPr>
              <a:cxnSpLocks noChangeShapeType="1"/>
              <a:stCxn id="50201" idx="4"/>
              <a:endCxn id="50203" idx="0"/>
            </p:cNvCxnSpPr>
            <p:nvPr/>
          </p:nvCxnSpPr>
          <p:spPr bwMode="auto">
            <a:xfrm rot="16200000" flipH="1">
              <a:off x="7342267" y="4659313"/>
              <a:ext cx="257980" cy="20320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</p:cxnSp>
        <p:cxnSp>
          <p:nvCxnSpPr>
            <p:cNvPr id="50193" name="AutoShape 66"/>
            <p:cNvCxnSpPr>
              <a:cxnSpLocks noChangeShapeType="1"/>
              <a:stCxn id="50201" idx="4"/>
              <a:endCxn id="50210" idx="0"/>
            </p:cNvCxnSpPr>
            <p:nvPr/>
          </p:nvCxnSpPr>
          <p:spPr bwMode="auto">
            <a:xfrm rot="5400000">
              <a:off x="7162465" y="4586479"/>
              <a:ext cx="161749" cy="252636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</p:cxnSp>
        <p:cxnSp>
          <p:nvCxnSpPr>
            <p:cNvPr id="50194" name="AutoShape 68"/>
            <p:cNvCxnSpPr>
              <a:cxnSpLocks noChangeShapeType="1"/>
              <a:stCxn id="50203" idx="4"/>
              <a:endCxn id="50211" idx="0"/>
            </p:cNvCxnSpPr>
            <p:nvPr/>
          </p:nvCxnSpPr>
          <p:spPr bwMode="auto">
            <a:xfrm rot="5400000">
              <a:off x="7448215" y="5278629"/>
              <a:ext cx="98249" cy="151036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</p:cxnSp>
        <p:cxnSp>
          <p:nvCxnSpPr>
            <p:cNvPr id="50195" name="AutoShape 69"/>
            <p:cNvCxnSpPr>
              <a:cxnSpLocks noChangeShapeType="1"/>
              <a:stCxn id="50203" idx="4"/>
              <a:endCxn id="50212" idx="0"/>
            </p:cNvCxnSpPr>
            <p:nvPr/>
          </p:nvCxnSpPr>
          <p:spPr bwMode="auto">
            <a:xfrm rot="16200000" flipH="1">
              <a:off x="7600615" y="5277265"/>
              <a:ext cx="98249" cy="153764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</p:cxnSp>
        <p:grpSp>
          <p:nvGrpSpPr>
            <p:cNvPr id="50196" name="Group 79"/>
            <p:cNvGrpSpPr>
              <a:grpSpLocks/>
            </p:cNvGrpSpPr>
            <p:nvPr/>
          </p:nvGrpSpPr>
          <p:grpSpPr bwMode="auto">
            <a:xfrm>
              <a:off x="5567363" y="2921403"/>
              <a:ext cx="2261562" cy="2876725"/>
              <a:chOff x="5567363" y="2921403"/>
              <a:chExt cx="2261562" cy="2876725"/>
            </a:xfrm>
          </p:grpSpPr>
          <p:sp>
            <p:nvSpPr>
              <p:cNvPr id="50199" name="Oval 42"/>
              <p:cNvSpPr>
                <a:spLocks noChangeArrowheads="1"/>
              </p:cNvSpPr>
              <p:nvPr/>
            </p:nvSpPr>
            <p:spPr bwMode="auto">
              <a:xfrm>
                <a:off x="6107113" y="2921403"/>
                <a:ext cx="512137" cy="41512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r>
                  <a:rPr lang="en-US" sz="1400">
                    <a:solidFill>
                      <a:srgbClr val="000000"/>
                    </a:solidFill>
                    <a:latin typeface="Times New Roman" charset="0"/>
                  </a:rPr>
                  <a:t>44</a:t>
                </a:r>
              </a:p>
            </p:txBody>
          </p:sp>
          <p:sp>
            <p:nvSpPr>
              <p:cNvPr id="50200" name="Oval 43"/>
              <p:cNvSpPr>
                <a:spLocks noChangeArrowheads="1"/>
              </p:cNvSpPr>
              <p:nvPr/>
            </p:nvSpPr>
            <p:spPr bwMode="auto">
              <a:xfrm>
                <a:off x="5573713" y="3531003"/>
                <a:ext cx="512137" cy="41512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r>
                  <a:rPr lang="en-US" sz="1400">
                    <a:solidFill>
                      <a:srgbClr val="000000"/>
                    </a:solidFill>
                    <a:latin typeface="Times New Roman" charset="0"/>
                  </a:rPr>
                  <a:t>17</a:t>
                </a:r>
              </a:p>
            </p:txBody>
          </p:sp>
          <p:sp>
            <p:nvSpPr>
              <p:cNvPr id="50201" name="Oval 44"/>
              <p:cNvSpPr>
                <a:spLocks noChangeArrowheads="1"/>
              </p:cNvSpPr>
              <p:nvPr/>
            </p:nvSpPr>
            <p:spPr bwMode="auto">
              <a:xfrm>
                <a:off x="7113588" y="4216803"/>
                <a:ext cx="512137" cy="41512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r>
                  <a:rPr lang="en-US" sz="1400">
                    <a:solidFill>
                      <a:srgbClr val="000000"/>
                    </a:solidFill>
                    <a:latin typeface="Times New Roman" charset="0"/>
                  </a:rPr>
                  <a:t>78</a:t>
                </a:r>
              </a:p>
            </p:txBody>
          </p:sp>
          <p:sp>
            <p:nvSpPr>
              <p:cNvPr id="50202" name="Oval 45"/>
              <p:cNvSpPr>
                <a:spLocks noChangeArrowheads="1"/>
              </p:cNvSpPr>
              <p:nvPr/>
            </p:nvSpPr>
            <p:spPr bwMode="auto">
              <a:xfrm>
                <a:off x="6307138" y="4216803"/>
                <a:ext cx="512137" cy="41512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r>
                  <a:rPr lang="en-US" sz="1400">
                    <a:solidFill>
                      <a:srgbClr val="000000"/>
                    </a:solidFill>
                    <a:latin typeface="Times New Roman" charset="0"/>
                  </a:rPr>
                  <a:t>50</a:t>
                </a:r>
              </a:p>
            </p:txBody>
          </p:sp>
          <p:sp>
            <p:nvSpPr>
              <p:cNvPr id="50203" name="Oval 46"/>
              <p:cNvSpPr>
                <a:spLocks noChangeArrowheads="1"/>
              </p:cNvSpPr>
              <p:nvPr/>
            </p:nvSpPr>
            <p:spPr bwMode="auto">
              <a:xfrm>
                <a:off x="7316788" y="4889903"/>
                <a:ext cx="512137" cy="41512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r>
                  <a:rPr lang="en-US" sz="1400">
                    <a:solidFill>
                      <a:srgbClr val="000000"/>
                    </a:solidFill>
                    <a:latin typeface="Times New Roman" charset="0"/>
                  </a:rPr>
                  <a:t>88</a:t>
                </a:r>
              </a:p>
            </p:txBody>
          </p:sp>
          <p:sp>
            <p:nvSpPr>
              <p:cNvPr id="50204" name="Oval 47"/>
              <p:cNvSpPr>
                <a:spLocks noChangeArrowheads="1"/>
              </p:cNvSpPr>
              <p:nvPr/>
            </p:nvSpPr>
            <p:spPr bwMode="auto">
              <a:xfrm>
                <a:off x="5954713" y="4902603"/>
                <a:ext cx="512137" cy="41512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r>
                  <a:rPr lang="en-US" sz="1400">
                    <a:solidFill>
                      <a:srgbClr val="000000"/>
                    </a:solidFill>
                    <a:latin typeface="Times New Roman" charset="0"/>
                  </a:rPr>
                  <a:t>48</a:t>
                </a:r>
              </a:p>
            </p:txBody>
          </p:sp>
          <p:sp>
            <p:nvSpPr>
              <p:cNvPr id="50205" name="Oval 48"/>
              <p:cNvSpPr>
                <a:spLocks noChangeArrowheads="1"/>
              </p:cNvSpPr>
              <p:nvPr/>
            </p:nvSpPr>
            <p:spPr bwMode="auto">
              <a:xfrm>
                <a:off x="6716713" y="3531003"/>
                <a:ext cx="512137" cy="41512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r>
                  <a:rPr lang="en-US" sz="1400">
                    <a:solidFill>
                      <a:srgbClr val="000000"/>
                    </a:solidFill>
                    <a:latin typeface="Times New Roman" charset="0"/>
                  </a:rPr>
                  <a:t>62</a:t>
                </a:r>
              </a:p>
            </p:txBody>
          </p:sp>
          <p:sp>
            <p:nvSpPr>
              <p:cNvPr id="50206" name="Rectangle 49"/>
              <p:cNvSpPr>
                <a:spLocks noChangeArrowheads="1"/>
              </p:cNvSpPr>
              <p:nvPr/>
            </p:nvSpPr>
            <p:spPr bwMode="auto">
              <a:xfrm>
                <a:off x="5567363" y="4044372"/>
                <a:ext cx="184666" cy="382156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endParaRPr 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50207" name="Rectangle 50"/>
              <p:cNvSpPr>
                <a:spLocks noChangeArrowheads="1"/>
              </p:cNvSpPr>
              <p:nvPr/>
            </p:nvSpPr>
            <p:spPr bwMode="auto">
              <a:xfrm>
                <a:off x="5872163" y="4044372"/>
                <a:ext cx="184666" cy="382156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endParaRPr 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50208" name="Rectangle 51"/>
              <p:cNvSpPr>
                <a:spLocks noChangeArrowheads="1"/>
              </p:cNvSpPr>
              <p:nvPr/>
            </p:nvSpPr>
            <p:spPr bwMode="auto">
              <a:xfrm>
                <a:off x="5957888" y="5415972"/>
                <a:ext cx="184666" cy="382156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endParaRPr 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50209" name="Rectangle 52"/>
              <p:cNvSpPr>
                <a:spLocks noChangeArrowheads="1"/>
              </p:cNvSpPr>
              <p:nvPr/>
            </p:nvSpPr>
            <p:spPr bwMode="auto">
              <a:xfrm>
                <a:off x="6262688" y="5415972"/>
                <a:ext cx="184666" cy="382156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endParaRPr 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50210" name="Rectangle 53"/>
              <p:cNvSpPr>
                <a:spLocks noChangeArrowheads="1"/>
              </p:cNvSpPr>
              <p:nvPr/>
            </p:nvSpPr>
            <p:spPr bwMode="auto">
              <a:xfrm>
                <a:off x="7024688" y="4793672"/>
                <a:ext cx="184666" cy="382156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endParaRPr 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50211" name="Rectangle 54"/>
              <p:cNvSpPr>
                <a:spLocks noChangeArrowheads="1"/>
              </p:cNvSpPr>
              <p:nvPr/>
            </p:nvSpPr>
            <p:spPr bwMode="auto">
              <a:xfrm>
                <a:off x="7329488" y="5403272"/>
                <a:ext cx="184666" cy="382156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endParaRPr 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50212" name="Rectangle 55"/>
              <p:cNvSpPr>
                <a:spLocks noChangeArrowheads="1"/>
              </p:cNvSpPr>
              <p:nvPr/>
            </p:nvSpPr>
            <p:spPr bwMode="auto">
              <a:xfrm>
                <a:off x="7634288" y="5403272"/>
                <a:ext cx="184666" cy="382156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endParaRPr lang="en-US">
                  <a:solidFill>
                    <a:srgbClr val="000000"/>
                  </a:solidFill>
                </a:endParaRPr>
              </a:p>
            </p:txBody>
          </p:sp>
          <p:cxnSp>
            <p:nvCxnSpPr>
              <p:cNvPr id="50213" name="AutoShape 62"/>
              <p:cNvCxnSpPr>
                <a:cxnSpLocks noChangeShapeType="1"/>
                <a:stCxn id="50202" idx="4"/>
                <a:endCxn id="50204" idx="0"/>
              </p:cNvCxnSpPr>
              <p:nvPr/>
            </p:nvCxnSpPr>
            <p:spPr bwMode="auto">
              <a:xfrm rot="5400000">
                <a:off x="6251655" y="4591051"/>
                <a:ext cx="270680" cy="352425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</p:cxnSp>
          <p:cxnSp>
            <p:nvCxnSpPr>
              <p:cNvPr id="50214" name="AutoShape 63"/>
              <p:cNvCxnSpPr>
                <a:cxnSpLocks noChangeShapeType="1"/>
                <a:stCxn id="50204" idx="4"/>
                <a:endCxn id="50208" idx="0"/>
              </p:cNvCxnSpPr>
              <p:nvPr/>
            </p:nvCxnSpPr>
            <p:spPr bwMode="auto">
              <a:xfrm rot="5400000">
                <a:off x="6081378" y="5286567"/>
                <a:ext cx="98249" cy="160561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</p:cxnSp>
          <p:cxnSp>
            <p:nvCxnSpPr>
              <p:cNvPr id="50215" name="AutoShape 64"/>
              <p:cNvCxnSpPr>
                <a:cxnSpLocks noChangeShapeType="1"/>
                <a:stCxn id="50204" idx="4"/>
                <a:endCxn id="50209" idx="0"/>
              </p:cNvCxnSpPr>
              <p:nvPr/>
            </p:nvCxnSpPr>
            <p:spPr bwMode="auto">
              <a:xfrm rot="16200000" flipH="1">
                <a:off x="6233777" y="5294727"/>
                <a:ext cx="98249" cy="144239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</p:cxnSp>
          <p:cxnSp>
            <p:nvCxnSpPr>
              <p:cNvPr id="50216" name="AutoShape 65"/>
              <p:cNvCxnSpPr>
                <a:cxnSpLocks noChangeShapeType="1"/>
                <a:stCxn id="50202" idx="4"/>
                <a:endCxn id="50217" idx="0"/>
              </p:cNvCxnSpPr>
              <p:nvPr/>
            </p:nvCxnSpPr>
            <p:spPr bwMode="auto">
              <a:xfrm rot="16200000" flipH="1">
                <a:off x="6526292" y="4668838"/>
                <a:ext cx="270680" cy="196850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</p:cxnSp>
          <p:sp>
            <p:nvSpPr>
              <p:cNvPr id="50217" name="Oval 70"/>
              <p:cNvSpPr>
                <a:spLocks noChangeArrowheads="1"/>
              </p:cNvSpPr>
              <p:nvPr/>
            </p:nvSpPr>
            <p:spPr bwMode="auto">
              <a:xfrm>
                <a:off x="6503988" y="4902603"/>
                <a:ext cx="512137" cy="41512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r>
                  <a:rPr lang="en-US" sz="1400">
                    <a:solidFill>
                      <a:srgbClr val="000000"/>
                    </a:solidFill>
                    <a:latin typeface="Times New Roman" charset="0"/>
                  </a:rPr>
                  <a:t>54</a:t>
                </a:r>
              </a:p>
            </p:txBody>
          </p:sp>
          <p:sp>
            <p:nvSpPr>
              <p:cNvPr id="50218" name="Rectangle 71"/>
              <p:cNvSpPr>
                <a:spLocks noChangeArrowheads="1"/>
              </p:cNvSpPr>
              <p:nvPr/>
            </p:nvSpPr>
            <p:spPr bwMode="auto">
              <a:xfrm>
                <a:off x="6507163" y="5415972"/>
                <a:ext cx="184666" cy="382156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endParaRPr 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50219" name="Rectangle 72"/>
              <p:cNvSpPr>
                <a:spLocks noChangeArrowheads="1"/>
              </p:cNvSpPr>
              <p:nvPr/>
            </p:nvSpPr>
            <p:spPr bwMode="auto">
              <a:xfrm>
                <a:off x="6811963" y="5415972"/>
                <a:ext cx="184666" cy="382156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endParaRPr lang="en-US">
                  <a:solidFill>
                    <a:srgbClr val="000000"/>
                  </a:solidFill>
                </a:endParaRPr>
              </a:p>
            </p:txBody>
          </p:sp>
        </p:grpSp>
        <p:cxnSp>
          <p:nvCxnSpPr>
            <p:cNvPr id="50197" name="AutoShape 73"/>
            <p:cNvCxnSpPr>
              <a:cxnSpLocks noChangeShapeType="1"/>
              <a:stCxn id="50217" idx="4"/>
              <a:endCxn id="50218" idx="0"/>
            </p:cNvCxnSpPr>
            <p:nvPr/>
          </p:nvCxnSpPr>
          <p:spPr bwMode="auto">
            <a:xfrm rot="5400000">
              <a:off x="6630653" y="5286567"/>
              <a:ext cx="98249" cy="16056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</p:cxnSp>
        <p:cxnSp>
          <p:nvCxnSpPr>
            <p:cNvPr id="50198" name="AutoShape 74"/>
            <p:cNvCxnSpPr>
              <a:cxnSpLocks noChangeShapeType="1"/>
              <a:stCxn id="50217" idx="4"/>
              <a:endCxn id="50219" idx="0"/>
            </p:cNvCxnSpPr>
            <p:nvPr/>
          </p:nvCxnSpPr>
          <p:spPr bwMode="auto">
            <a:xfrm rot="16200000" flipH="1">
              <a:off x="6783052" y="5294727"/>
              <a:ext cx="98249" cy="144239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</p:cxnSp>
      </p:grpSp>
      <p:sp>
        <p:nvSpPr>
          <p:cNvPr id="50183" name="Text Box 75"/>
          <p:cNvSpPr txBox="1">
            <a:spLocks noChangeArrowheads="1"/>
          </p:cNvSpPr>
          <p:nvPr/>
        </p:nvSpPr>
        <p:spPr bwMode="auto">
          <a:xfrm>
            <a:off x="2752725" y="5911850"/>
            <a:ext cx="1887538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600">
                <a:latin typeface="Times New Roman" charset="0"/>
              </a:rPr>
              <a:t>before deletion of 32</a:t>
            </a:r>
          </a:p>
        </p:txBody>
      </p:sp>
      <p:sp>
        <p:nvSpPr>
          <p:cNvPr id="50184" name="Text Box 76"/>
          <p:cNvSpPr txBox="1">
            <a:spLocks noChangeArrowheads="1"/>
          </p:cNvSpPr>
          <p:nvPr/>
        </p:nvSpPr>
        <p:spPr bwMode="auto">
          <a:xfrm>
            <a:off x="6045200" y="5911850"/>
            <a:ext cx="1266825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600">
                <a:latin typeface="Times New Roman" charset="0"/>
              </a:rPr>
              <a:t>after deletion</a:t>
            </a:r>
          </a:p>
        </p:txBody>
      </p:sp>
      <p:sp>
        <p:nvSpPr>
          <p:cNvPr id="50185" name="Line 77"/>
          <p:cNvSpPr>
            <a:spLocks noChangeShapeType="1"/>
          </p:cNvSpPr>
          <p:nvPr/>
        </p:nvSpPr>
        <p:spPr bwMode="auto">
          <a:xfrm>
            <a:off x="4572000" y="3352800"/>
            <a:ext cx="76200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0186" name="TextBox 81"/>
          <p:cNvSpPr txBox="1">
            <a:spLocks noChangeArrowheads="1"/>
          </p:cNvSpPr>
          <p:nvPr/>
        </p:nvSpPr>
        <p:spPr bwMode="auto">
          <a:xfrm>
            <a:off x="4114800" y="2895600"/>
            <a:ext cx="1397000" cy="382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>
                <a:solidFill>
                  <a:srgbClr val="000090"/>
                </a:solidFill>
              </a:rPr>
              <a:t>remove 32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AutoShape 5"/>
          <p:cNvSpPr>
            <a:spLocks noChangeArrowheads="1"/>
          </p:cNvSpPr>
          <p:nvPr/>
        </p:nvSpPr>
        <p:spPr bwMode="auto">
          <a:xfrm>
            <a:off x="5181600" y="4502150"/>
            <a:ext cx="914400" cy="1066800"/>
          </a:xfrm>
          <a:prstGeom prst="triangle">
            <a:avLst>
              <a:gd name="adj" fmla="val 50000"/>
            </a:avLst>
          </a:prstGeom>
          <a:noFill/>
          <a:ln w="38100">
            <a:solidFill>
              <a:srgbClr val="FF0000"/>
            </a:solidFill>
            <a:prstDash val="dash"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1203" name="AutoShape 9"/>
          <p:cNvSpPr>
            <a:spLocks noChangeArrowheads="1"/>
          </p:cNvSpPr>
          <p:nvPr/>
        </p:nvSpPr>
        <p:spPr bwMode="auto">
          <a:xfrm>
            <a:off x="1066800" y="4044950"/>
            <a:ext cx="1143000" cy="1066800"/>
          </a:xfrm>
          <a:prstGeom prst="triangle">
            <a:avLst>
              <a:gd name="adj" fmla="val 50000"/>
            </a:avLst>
          </a:prstGeom>
          <a:noFill/>
          <a:ln w="38100">
            <a:solidFill>
              <a:srgbClr val="FF0000"/>
            </a:solidFill>
            <a:prstDash val="dash"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1204" name="Rectangle 10"/>
          <p:cNvSpPr>
            <a:spLocks noGrp="1" noChangeArrowheads="1"/>
          </p:cNvSpPr>
          <p:nvPr>
            <p:ph type="title"/>
          </p:nvPr>
        </p:nvSpPr>
        <p:spPr>
          <a:xfrm>
            <a:off x="609600" y="76200"/>
            <a:ext cx="7772400" cy="1143000"/>
          </a:xfrm>
        </p:spPr>
        <p:txBody>
          <a:bodyPr/>
          <a:lstStyle/>
          <a:p>
            <a:r>
              <a:rPr lang="en-US" smtClean="0"/>
              <a:t>Rebalancing after a Removal</a:t>
            </a:r>
          </a:p>
        </p:txBody>
      </p:sp>
      <p:sp>
        <p:nvSpPr>
          <p:cNvPr id="51207" name="Rectangle 11" descr="Rectangle: Click to edit Master text styles&#10;Second level&#10;Third level&#10;Fourth level&#10;Fifth level"/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676400"/>
            <a:ext cx="7696200" cy="2438400"/>
          </a:xfrm>
        </p:spPr>
        <p:txBody>
          <a:bodyPr/>
          <a:lstStyle/>
          <a:p>
            <a:pPr>
              <a:lnSpc>
                <a:spcPct val="90000"/>
              </a:lnSpc>
              <a:buClrTx/>
              <a:buFont typeface="Times" charset="0"/>
              <a:buChar char="•"/>
            </a:pPr>
            <a:r>
              <a:rPr lang="en-US" sz="2000" smtClean="0"/>
              <a:t>Let </a:t>
            </a:r>
            <a:r>
              <a:rPr lang="en-US" sz="2000" b="1" i="1" smtClean="0">
                <a:solidFill>
                  <a:srgbClr val="FF3045"/>
                </a:solidFill>
              </a:rPr>
              <a:t>z</a:t>
            </a:r>
            <a:r>
              <a:rPr lang="en-US" sz="2000" smtClean="0"/>
              <a:t> be the </a:t>
            </a:r>
            <a:r>
              <a:rPr lang="en-US" sz="2000" smtClean="0">
                <a:solidFill>
                  <a:srgbClr val="FF3045"/>
                </a:solidFill>
              </a:rPr>
              <a:t>first unbalanced</a:t>
            </a:r>
            <a:r>
              <a:rPr lang="en-US" sz="2000" smtClean="0"/>
              <a:t> node encountered while travelling up the tree from </a:t>
            </a:r>
            <a:r>
              <a:rPr lang="en-US" sz="2000" b="1" smtClean="0">
                <a:solidFill>
                  <a:srgbClr val="FF0000"/>
                </a:solidFill>
              </a:rPr>
              <a:t>w</a:t>
            </a:r>
            <a:r>
              <a:rPr lang="en-US" sz="2000" smtClean="0"/>
              <a:t> (parent of removed node) . Also, let </a:t>
            </a:r>
            <a:r>
              <a:rPr lang="en-US" sz="2000" b="1" smtClean="0">
                <a:solidFill>
                  <a:srgbClr val="FF0000"/>
                </a:solidFill>
              </a:rPr>
              <a:t>y </a:t>
            </a:r>
            <a:r>
              <a:rPr lang="en-US" sz="2000" smtClean="0"/>
              <a:t>be the child of </a:t>
            </a:r>
            <a:r>
              <a:rPr lang="en-US" sz="2000" smtClean="0">
                <a:solidFill>
                  <a:srgbClr val="2D2DB9"/>
                </a:solidFill>
              </a:rPr>
              <a:t>z </a:t>
            </a:r>
            <a:r>
              <a:rPr lang="en-US" sz="2000" smtClean="0"/>
              <a:t>with the larger height, and let </a:t>
            </a:r>
            <a:r>
              <a:rPr lang="en-US" sz="2000" b="1" smtClean="0">
                <a:solidFill>
                  <a:srgbClr val="FF0000"/>
                </a:solidFill>
              </a:rPr>
              <a:t>x</a:t>
            </a:r>
            <a:r>
              <a:rPr lang="en-US" sz="2000" smtClean="0"/>
              <a:t> be the child of y with the larger height.</a:t>
            </a:r>
          </a:p>
          <a:p>
            <a:pPr>
              <a:lnSpc>
                <a:spcPct val="90000"/>
              </a:lnSpc>
              <a:buClrTx/>
              <a:buFont typeface="Times" charset="0"/>
              <a:buChar char="•"/>
            </a:pPr>
            <a:r>
              <a:rPr lang="en-US" sz="2000" smtClean="0"/>
              <a:t>We perform </a:t>
            </a:r>
            <a:r>
              <a:rPr lang="en-US" sz="2000" smtClean="0">
                <a:solidFill>
                  <a:srgbClr val="FF0000"/>
                </a:solidFill>
              </a:rPr>
              <a:t>restructure(x)</a:t>
            </a:r>
            <a:r>
              <a:rPr lang="en-US" sz="2000" smtClean="0"/>
              <a:t> to restore balance at z.</a:t>
            </a:r>
          </a:p>
        </p:txBody>
      </p:sp>
      <p:grpSp>
        <p:nvGrpSpPr>
          <p:cNvPr id="51206" name="Group 90"/>
          <p:cNvGrpSpPr>
            <a:grpSpLocks/>
          </p:cNvGrpSpPr>
          <p:nvPr/>
        </p:nvGrpSpPr>
        <p:grpSpPr bwMode="auto">
          <a:xfrm>
            <a:off x="914400" y="3505200"/>
            <a:ext cx="3302000" cy="2876550"/>
            <a:chOff x="1219200" y="3804053"/>
            <a:chExt cx="3302000" cy="2876725"/>
          </a:xfrm>
        </p:grpSpPr>
        <p:grpSp>
          <p:nvGrpSpPr>
            <p:cNvPr id="51253" name="Group 89"/>
            <p:cNvGrpSpPr>
              <a:grpSpLocks/>
            </p:cNvGrpSpPr>
            <p:nvPr/>
          </p:nvGrpSpPr>
          <p:grpSpPr bwMode="auto">
            <a:xfrm>
              <a:off x="1706563" y="3804053"/>
              <a:ext cx="2261562" cy="2876725"/>
              <a:chOff x="1706563" y="3804053"/>
              <a:chExt cx="2261562" cy="2876725"/>
            </a:xfrm>
          </p:grpSpPr>
          <p:cxnSp>
            <p:nvCxnSpPr>
              <p:cNvPr id="51258" name="AutoShape 26"/>
              <p:cNvCxnSpPr>
                <a:cxnSpLocks noChangeShapeType="1"/>
                <a:stCxn id="51275" idx="4"/>
                <a:endCxn id="51276" idx="0"/>
              </p:cNvCxnSpPr>
              <p:nvPr/>
            </p:nvCxnSpPr>
            <p:spPr bwMode="auto">
              <a:xfrm rot="5400000">
                <a:off x="2138442" y="4049713"/>
                <a:ext cx="194480" cy="533400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</p:cxnSp>
          <p:cxnSp>
            <p:nvCxnSpPr>
              <p:cNvPr id="51259" name="AutoShape 27"/>
              <p:cNvCxnSpPr>
                <a:cxnSpLocks noChangeShapeType="1"/>
                <a:stCxn id="51276" idx="4"/>
                <a:endCxn id="51282" idx="0"/>
              </p:cNvCxnSpPr>
              <p:nvPr/>
            </p:nvCxnSpPr>
            <p:spPr bwMode="auto">
              <a:xfrm rot="5400000">
                <a:off x="1834815" y="4792854"/>
                <a:ext cx="98249" cy="170086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</p:cxnSp>
          <p:cxnSp>
            <p:nvCxnSpPr>
              <p:cNvPr id="51260" name="AutoShape 28"/>
              <p:cNvCxnSpPr>
                <a:cxnSpLocks noChangeShapeType="1"/>
                <a:stCxn id="51276" idx="4"/>
                <a:endCxn id="51283" idx="0"/>
              </p:cNvCxnSpPr>
              <p:nvPr/>
            </p:nvCxnSpPr>
            <p:spPr bwMode="auto">
              <a:xfrm rot="16200000" flipH="1">
                <a:off x="1987215" y="4810540"/>
                <a:ext cx="98249" cy="134714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</p:cxnSp>
          <p:cxnSp>
            <p:nvCxnSpPr>
              <p:cNvPr id="51261" name="AutoShape 29"/>
              <p:cNvCxnSpPr>
                <a:cxnSpLocks noChangeShapeType="1"/>
                <a:stCxn id="51275" idx="4"/>
                <a:endCxn id="51281" idx="0"/>
              </p:cNvCxnSpPr>
              <p:nvPr/>
            </p:nvCxnSpPr>
            <p:spPr bwMode="auto">
              <a:xfrm rot="16200000" flipH="1">
                <a:off x="2709942" y="4011613"/>
                <a:ext cx="194480" cy="609600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</p:cxnSp>
          <p:cxnSp>
            <p:nvCxnSpPr>
              <p:cNvPr id="51262" name="AutoShape 30"/>
              <p:cNvCxnSpPr>
                <a:cxnSpLocks noChangeShapeType="1"/>
                <a:stCxn id="51277" idx="0"/>
                <a:endCxn id="51281" idx="4"/>
              </p:cNvCxnSpPr>
              <p:nvPr/>
            </p:nvCxnSpPr>
            <p:spPr bwMode="auto">
              <a:xfrm rot="16200000" flipV="1">
                <a:off x="3175080" y="4765675"/>
                <a:ext cx="270680" cy="396875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</p:cxnSp>
          <p:cxnSp>
            <p:nvCxnSpPr>
              <p:cNvPr id="51263" name="AutoShape 31"/>
              <p:cNvCxnSpPr>
                <a:cxnSpLocks noChangeShapeType="1"/>
                <a:stCxn id="51277" idx="4"/>
                <a:endCxn id="51279" idx="0"/>
              </p:cNvCxnSpPr>
              <p:nvPr/>
            </p:nvCxnSpPr>
            <p:spPr bwMode="auto">
              <a:xfrm rot="16200000" flipH="1">
                <a:off x="3481467" y="5541963"/>
                <a:ext cx="257980" cy="203200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</p:cxnSp>
          <p:cxnSp>
            <p:nvCxnSpPr>
              <p:cNvPr id="51264" name="AutoShape 32"/>
              <p:cNvCxnSpPr>
                <a:cxnSpLocks noChangeShapeType="1"/>
                <a:stCxn id="51278" idx="4"/>
                <a:endCxn id="51280" idx="0"/>
              </p:cNvCxnSpPr>
              <p:nvPr/>
            </p:nvCxnSpPr>
            <p:spPr bwMode="auto">
              <a:xfrm rot="5400000">
                <a:off x="2390855" y="5473701"/>
                <a:ext cx="270680" cy="352425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</p:cxnSp>
          <p:cxnSp>
            <p:nvCxnSpPr>
              <p:cNvPr id="51265" name="AutoShape 33"/>
              <p:cNvCxnSpPr>
                <a:cxnSpLocks noChangeShapeType="1"/>
                <a:stCxn id="51280" idx="4"/>
                <a:endCxn id="51284" idx="0"/>
              </p:cNvCxnSpPr>
              <p:nvPr/>
            </p:nvCxnSpPr>
            <p:spPr bwMode="auto">
              <a:xfrm rot="5400000">
                <a:off x="2220578" y="6169217"/>
                <a:ext cx="98249" cy="160561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</p:cxnSp>
          <p:cxnSp>
            <p:nvCxnSpPr>
              <p:cNvPr id="51266" name="AutoShape 34"/>
              <p:cNvCxnSpPr>
                <a:cxnSpLocks noChangeShapeType="1"/>
                <a:stCxn id="51280" idx="4"/>
                <a:endCxn id="51285" idx="0"/>
              </p:cNvCxnSpPr>
              <p:nvPr/>
            </p:nvCxnSpPr>
            <p:spPr bwMode="auto">
              <a:xfrm rot="16200000" flipH="1">
                <a:off x="2372977" y="6177377"/>
                <a:ext cx="98249" cy="144239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</p:cxnSp>
          <p:cxnSp>
            <p:nvCxnSpPr>
              <p:cNvPr id="51267" name="AutoShape 35"/>
              <p:cNvCxnSpPr>
                <a:cxnSpLocks noChangeShapeType="1"/>
                <a:stCxn id="51278" idx="4"/>
                <a:endCxn id="51289" idx="0"/>
              </p:cNvCxnSpPr>
              <p:nvPr/>
            </p:nvCxnSpPr>
            <p:spPr bwMode="auto">
              <a:xfrm rot="16200000" flipH="1">
                <a:off x="2665492" y="5551488"/>
                <a:ext cx="270680" cy="196850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</p:cxnSp>
          <p:cxnSp>
            <p:nvCxnSpPr>
              <p:cNvPr id="51268" name="AutoShape 36"/>
              <p:cNvCxnSpPr>
                <a:cxnSpLocks noChangeShapeType="1"/>
                <a:stCxn id="51277" idx="4"/>
                <a:endCxn id="51286" idx="0"/>
              </p:cNvCxnSpPr>
              <p:nvPr/>
            </p:nvCxnSpPr>
            <p:spPr bwMode="auto">
              <a:xfrm rot="5400000">
                <a:off x="3301665" y="5469129"/>
                <a:ext cx="161749" cy="252636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</p:cxnSp>
          <p:cxnSp>
            <p:nvCxnSpPr>
              <p:cNvPr id="51269" name="AutoShape 37"/>
              <p:cNvCxnSpPr>
                <a:cxnSpLocks noChangeShapeType="1"/>
                <a:stCxn id="51278" idx="0"/>
                <a:endCxn id="51281" idx="4"/>
              </p:cNvCxnSpPr>
              <p:nvPr/>
            </p:nvCxnSpPr>
            <p:spPr bwMode="auto">
              <a:xfrm rot="5400000" flipH="1" flipV="1">
                <a:off x="2771854" y="4759326"/>
                <a:ext cx="270680" cy="409575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</p:cxnSp>
          <p:cxnSp>
            <p:nvCxnSpPr>
              <p:cNvPr id="51270" name="AutoShape 38"/>
              <p:cNvCxnSpPr>
                <a:cxnSpLocks noChangeShapeType="1"/>
                <a:stCxn id="51279" idx="4"/>
                <a:endCxn id="51287" idx="0"/>
              </p:cNvCxnSpPr>
              <p:nvPr/>
            </p:nvCxnSpPr>
            <p:spPr bwMode="auto">
              <a:xfrm rot="5400000">
                <a:off x="3587415" y="6161279"/>
                <a:ext cx="98249" cy="151036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</p:cxnSp>
          <p:cxnSp>
            <p:nvCxnSpPr>
              <p:cNvPr id="51271" name="AutoShape 39"/>
              <p:cNvCxnSpPr>
                <a:cxnSpLocks noChangeShapeType="1"/>
                <a:stCxn id="51279" idx="4"/>
                <a:endCxn id="51288" idx="0"/>
              </p:cNvCxnSpPr>
              <p:nvPr/>
            </p:nvCxnSpPr>
            <p:spPr bwMode="auto">
              <a:xfrm rot="16200000" flipH="1">
                <a:off x="3739815" y="6159915"/>
                <a:ext cx="98249" cy="153764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</p:cxnSp>
          <p:grpSp>
            <p:nvGrpSpPr>
              <p:cNvPr id="51272" name="Group 88"/>
              <p:cNvGrpSpPr>
                <a:grpSpLocks/>
              </p:cNvGrpSpPr>
              <p:nvPr/>
            </p:nvGrpSpPr>
            <p:grpSpPr bwMode="auto">
              <a:xfrm>
                <a:off x="1706563" y="3804053"/>
                <a:ext cx="2261562" cy="2876725"/>
                <a:chOff x="1706563" y="3804053"/>
                <a:chExt cx="2261562" cy="2876725"/>
              </a:xfrm>
            </p:grpSpPr>
            <p:sp>
              <p:nvSpPr>
                <p:cNvPr id="51275" name="Oval 12"/>
                <p:cNvSpPr>
                  <a:spLocks noChangeArrowheads="1"/>
                </p:cNvSpPr>
                <p:nvPr/>
              </p:nvSpPr>
              <p:spPr bwMode="auto">
                <a:xfrm>
                  <a:off x="2246313" y="3804053"/>
                  <a:ext cx="512137" cy="415120"/>
                </a:xfrm>
                <a:prstGeom prst="ellipse">
                  <a:avLst/>
                </a:prstGeom>
                <a:solidFill>
                  <a:schemeClr val="accent1"/>
                </a:solidFill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>
                  <a:spAutoFit/>
                </a:bodyPr>
                <a:lstStyle/>
                <a:p>
                  <a:r>
                    <a:rPr lang="en-US" sz="1400">
                      <a:solidFill>
                        <a:srgbClr val="000000"/>
                      </a:solidFill>
                      <a:latin typeface="Times New Roman" charset="0"/>
                    </a:rPr>
                    <a:t>44</a:t>
                  </a:r>
                </a:p>
              </p:txBody>
            </p:sp>
            <p:sp>
              <p:nvSpPr>
                <p:cNvPr id="51276" name="Oval 13"/>
                <p:cNvSpPr>
                  <a:spLocks noChangeArrowheads="1"/>
                </p:cNvSpPr>
                <p:nvPr/>
              </p:nvSpPr>
              <p:spPr bwMode="auto">
                <a:xfrm>
                  <a:off x="1712913" y="4413653"/>
                  <a:ext cx="512137" cy="415120"/>
                </a:xfrm>
                <a:prstGeom prst="ellipse">
                  <a:avLst/>
                </a:prstGeom>
                <a:solidFill>
                  <a:schemeClr val="accent1"/>
                </a:solidFill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>
                  <a:spAutoFit/>
                </a:bodyPr>
                <a:lstStyle/>
                <a:p>
                  <a:r>
                    <a:rPr lang="en-US" sz="1400">
                      <a:solidFill>
                        <a:srgbClr val="000000"/>
                      </a:solidFill>
                      <a:latin typeface="Times New Roman" charset="0"/>
                    </a:rPr>
                    <a:t>17</a:t>
                  </a:r>
                </a:p>
              </p:txBody>
            </p:sp>
            <p:sp>
              <p:nvSpPr>
                <p:cNvPr id="51277" name="Oval 14"/>
                <p:cNvSpPr>
                  <a:spLocks noChangeArrowheads="1"/>
                </p:cNvSpPr>
                <p:nvPr/>
              </p:nvSpPr>
              <p:spPr bwMode="auto">
                <a:xfrm>
                  <a:off x="3252788" y="5099453"/>
                  <a:ext cx="512137" cy="415120"/>
                </a:xfrm>
                <a:prstGeom prst="ellipse">
                  <a:avLst/>
                </a:prstGeom>
                <a:solidFill>
                  <a:schemeClr val="accent1"/>
                </a:solidFill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>
                  <a:spAutoFit/>
                </a:bodyPr>
                <a:lstStyle/>
                <a:p>
                  <a:r>
                    <a:rPr lang="en-US" sz="1400">
                      <a:solidFill>
                        <a:srgbClr val="000000"/>
                      </a:solidFill>
                      <a:latin typeface="Times New Roman" charset="0"/>
                    </a:rPr>
                    <a:t>78</a:t>
                  </a:r>
                </a:p>
              </p:txBody>
            </p:sp>
            <p:sp>
              <p:nvSpPr>
                <p:cNvPr id="51278" name="Oval 15"/>
                <p:cNvSpPr>
                  <a:spLocks noChangeArrowheads="1"/>
                </p:cNvSpPr>
                <p:nvPr/>
              </p:nvSpPr>
              <p:spPr bwMode="auto">
                <a:xfrm>
                  <a:off x="2446338" y="5099453"/>
                  <a:ext cx="512137" cy="415120"/>
                </a:xfrm>
                <a:prstGeom prst="ellipse">
                  <a:avLst/>
                </a:prstGeom>
                <a:solidFill>
                  <a:schemeClr val="accent1"/>
                </a:solidFill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>
                  <a:spAutoFit/>
                </a:bodyPr>
                <a:lstStyle/>
                <a:p>
                  <a:r>
                    <a:rPr lang="en-US" sz="1400">
                      <a:solidFill>
                        <a:srgbClr val="000000"/>
                      </a:solidFill>
                      <a:latin typeface="Times New Roman" charset="0"/>
                    </a:rPr>
                    <a:t>50</a:t>
                  </a:r>
                </a:p>
              </p:txBody>
            </p:sp>
            <p:sp>
              <p:nvSpPr>
                <p:cNvPr id="51279" name="Oval 16"/>
                <p:cNvSpPr>
                  <a:spLocks noChangeArrowheads="1"/>
                </p:cNvSpPr>
                <p:nvPr/>
              </p:nvSpPr>
              <p:spPr bwMode="auto">
                <a:xfrm>
                  <a:off x="3455988" y="5772553"/>
                  <a:ext cx="512137" cy="415120"/>
                </a:xfrm>
                <a:prstGeom prst="ellipse">
                  <a:avLst/>
                </a:prstGeom>
                <a:solidFill>
                  <a:schemeClr val="accent1"/>
                </a:solidFill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>
                  <a:spAutoFit/>
                </a:bodyPr>
                <a:lstStyle/>
                <a:p>
                  <a:r>
                    <a:rPr lang="en-US" sz="1400">
                      <a:solidFill>
                        <a:srgbClr val="000000"/>
                      </a:solidFill>
                      <a:latin typeface="Times New Roman" charset="0"/>
                    </a:rPr>
                    <a:t>88</a:t>
                  </a:r>
                </a:p>
              </p:txBody>
            </p:sp>
            <p:sp>
              <p:nvSpPr>
                <p:cNvPr id="51280" name="Oval 17"/>
                <p:cNvSpPr>
                  <a:spLocks noChangeArrowheads="1"/>
                </p:cNvSpPr>
                <p:nvPr/>
              </p:nvSpPr>
              <p:spPr bwMode="auto">
                <a:xfrm>
                  <a:off x="2093913" y="5785253"/>
                  <a:ext cx="512137" cy="415120"/>
                </a:xfrm>
                <a:prstGeom prst="ellipse">
                  <a:avLst/>
                </a:prstGeom>
                <a:solidFill>
                  <a:schemeClr val="accent1"/>
                </a:solidFill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>
                  <a:spAutoFit/>
                </a:bodyPr>
                <a:lstStyle/>
                <a:p>
                  <a:r>
                    <a:rPr lang="en-US" sz="1400">
                      <a:solidFill>
                        <a:srgbClr val="000000"/>
                      </a:solidFill>
                      <a:latin typeface="Times New Roman" charset="0"/>
                    </a:rPr>
                    <a:t>48</a:t>
                  </a:r>
                </a:p>
              </p:txBody>
            </p:sp>
            <p:sp>
              <p:nvSpPr>
                <p:cNvPr id="51281" name="Oval 18"/>
                <p:cNvSpPr>
                  <a:spLocks noChangeArrowheads="1"/>
                </p:cNvSpPr>
                <p:nvPr/>
              </p:nvSpPr>
              <p:spPr bwMode="auto">
                <a:xfrm>
                  <a:off x="2855913" y="4413653"/>
                  <a:ext cx="512137" cy="415120"/>
                </a:xfrm>
                <a:prstGeom prst="ellipse">
                  <a:avLst/>
                </a:prstGeom>
                <a:solidFill>
                  <a:schemeClr val="accent1"/>
                </a:solidFill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>
                  <a:spAutoFit/>
                </a:bodyPr>
                <a:lstStyle/>
                <a:p>
                  <a:r>
                    <a:rPr lang="en-US" sz="1400">
                      <a:solidFill>
                        <a:srgbClr val="000000"/>
                      </a:solidFill>
                      <a:latin typeface="Times New Roman" charset="0"/>
                    </a:rPr>
                    <a:t>62</a:t>
                  </a:r>
                </a:p>
              </p:txBody>
            </p:sp>
            <p:sp>
              <p:nvSpPr>
                <p:cNvPr id="51282" name="Rectangle 19"/>
                <p:cNvSpPr>
                  <a:spLocks noChangeArrowheads="1"/>
                </p:cNvSpPr>
                <p:nvPr/>
              </p:nvSpPr>
              <p:spPr bwMode="auto">
                <a:xfrm>
                  <a:off x="1706563" y="4927022"/>
                  <a:ext cx="184666" cy="382156"/>
                </a:xfrm>
                <a:prstGeom prst="rect">
                  <a:avLst/>
                </a:prstGeom>
                <a:solidFill>
                  <a:schemeClr val="accent1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>
                  <a:spAutoFit/>
                </a:bodyPr>
                <a:lstStyle/>
                <a:p>
                  <a:endParaRPr lang="en-US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51283" name="Rectangle 20"/>
                <p:cNvSpPr>
                  <a:spLocks noChangeArrowheads="1"/>
                </p:cNvSpPr>
                <p:nvPr/>
              </p:nvSpPr>
              <p:spPr bwMode="auto">
                <a:xfrm>
                  <a:off x="2011363" y="4927022"/>
                  <a:ext cx="184666" cy="382156"/>
                </a:xfrm>
                <a:prstGeom prst="rect">
                  <a:avLst/>
                </a:prstGeom>
                <a:solidFill>
                  <a:schemeClr val="accent1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>
                  <a:spAutoFit/>
                </a:bodyPr>
                <a:lstStyle/>
                <a:p>
                  <a:endParaRPr lang="en-US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51284" name="Rectangle 21"/>
                <p:cNvSpPr>
                  <a:spLocks noChangeArrowheads="1"/>
                </p:cNvSpPr>
                <p:nvPr/>
              </p:nvSpPr>
              <p:spPr bwMode="auto">
                <a:xfrm>
                  <a:off x="2097088" y="6298622"/>
                  <a:ext cx="184666" cy="382156"/>
                </a:xfrm>
                <a:prstGeom prst="rect">
                  <a:avLst/>
                </a:prstGeom>
                <a:solidFill>
                  <a:schemeClr val="accent1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>
                  <a:spAutoFit/>
                </a:bodyPr>
                <a:lstStyle/>
                <a:p>
                  <a:endParaRPr lang="en-US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51285" name="Rectangle 22"/>
                <p:cNvSpPr>
                  <a:spLocks noChangeArrowheads="1"/>
                </p:cNvSpPr>
                <p:nvPr/>
              </p:nvSpPr>
              <p:spPr bwMode="auto">
                <a:xfrm>
                  <a:off x="2401888" y="6298622"/>
                  <a:ext cx="184666" cy="382156"/>
                </a:xfrm>
                <a:prstGeom prst="rect">
                  <a:avLst/>
                </a:prstGeom>
                <a:solidFill>
                  <a:schemeClr val="accent1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>
                  <a:spAutoFit/>
                </a:bodyPr>
                <a:lstStyle/>
                <a:p>
                  <a:endParaRPr lang="en-US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51286" name="Rectangle 23"/>
                <p:cNvSpPr>
                  <a:spLocks noChangeArrowheads="1"/>
                </p:cNvSpPr>
                <p:nvPr/>
              </p:nvSpPr>
              <p:spPr bwMode="auto">
                <a:xfrm>
                  <a:off x="3163888" y="5676322"/>
                  <a:ext cx="184666" cy="382156"/>
                </a:xfrm>
                <a:prstGeom prst="rect">
                  <a:avLst/>
                </a:prstGeom>
                <a:solidFill>
                  <a:schemeClr val="accent1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>
                  <a:spAutoFit/>
                </a:bodyPr>
                <a:lstStyle/>
                <a:p>
                  <a:endParaRPr lang="en-US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51287" name="Rectangle 24"/>
                <p:cNvSpPr>
                  <a:spLocks noChangeArrowheads="1"/>
                </p:cNvSpPr>
                <p:nvPr/>
              </p:nvSpPr>
              <p:spPr bwMode="auto">
                <a:xfrm>
                  <a:off x="3468688" y="6285922"/>
                  <a:ext cx="184666" cy="382156"/>
                </a:xfrm>
                <a:prstGeom prst="rect">
                  <a:avLst/>
                </a:prstGeom>
                <a:solidFill>
                  <a:schemeClr val="accent1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>
                  <a:spAutoFit/>
                </a:bodyPr>
                <a:lstStyle/>
                <a:p>
                  <a:endParaRPr lang="en-US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51288" name="Rectangle 25"/>
                <p:cNvSpPr>
                  <a:spLocks noChangeArrowheads="1"/>
                </p:cNvSpPr>
                <p:nvPr/>
              </p:nvSpPr>
              <p:spPr bwMode="auto">
                <a:xfrm>
                  <a:off x="3773488" y="6285922"/>
                  <a:ext cx="184666" cy="382156"/>
                </a:xfrm>
                <a:prstGeom prst="rect">
                  <a:avLst/>
                </a:prstGeom>
                <a:solidFill>
                  <a:schemeClr val="accent1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>
                  <a:spAutoFit/>
                </a:bodyPr>
                <a:lstStyle/>
                <a:p>
                  <a:endParaRPr lang="en-US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51289" name="Oval 40"/>
                <p:cNvSpPr>
                  <a:spLocks noChangeArrowheads="1"/>
                </p:cNvSpPr>
                <p:nvPr/>
              </p:nvSpPr>
              <p:spPr bwMode="auto">
                <a:xfrm>
                  <a:off x="2643188" y="5785253"/>
                  <a:ext cx="512137" cy="415120"/>
                </a:xfrm>
                <a:prstGeom prst="ellipse">
                  <a:avLst/>
                </a:prstGeom>
                <a:solidFill>
                  <a:schemeClr val="accent1"/>
                </a:solidFill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>
                  <a:spAutoFit/>
                </a:bodyPr>
                <a:lstStyle/>
                <a:p>
                  <a:r>
                    <a:rPr lang="en-US" sz="1400">
                      <a:solidFill>
                        <a:srgbClr val="000000"/>
                      </a:solidFill>
                      <a:latin typeface="Times New Roman" charset="0"/>
                    </a:rPr>
                    <a:t>54</a:t>
                  </a:r>
                </a:p>
              </p:txBody>
            </p:sp>
            <p:sp>
              <p:nvSpPr>
                <p:cNvPr id="51290" name="Rectangle 41"/>
                <p:cNvSpPr>
                  <a:spLocks noChangeArrowheads="1"/>
                </p:cNvSpPr>
                <p:nvPr/>
              </p:nvSpPr>
              <p:spPr bwMode="auto">
                <a:xfrm>
                  <a:off x="2646363" y="6298622"/>
                  <a:ext cx="184666" cy="382156"/>
                </a:xfrm>
                <a:prstGeom prst="rect">
                  <a:avLst/>
                </a:prstGeom>
                <a:solidFill>
                  <a:schemeClr val="accent1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>
                  <a:spAutoFit/>
                </a:bodyPr>
                <a:lstStyle/>
                <a:p>
                  <a:endParaRPr lang="en-US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51291" name="Rectangle 42"/>
                <p:cNvSpPr>
                  <a:spLocks noChangeArrowheads="1"/>
                </p:cNvSpPr>
                <p:nvPr/>
              </p:nvSpPr>
              <p:spPr bwMode="auto">
                <a:xfrm>
                  <a:off x="2951163" y="6298622"/>
                  <a:ext cx="184666" cy="382156"/>
                </a:xfrm>
                <a:prstGeom prst="rect">
                  <a:avLst/>
                </a:prstGeom>
                <a:solidFill>
                  <a:schemeClr val="accent1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>
                  <a:spAutoFit/>
                </a:bodyPr>
                <a:lstStyle/>
                <a:p>
                  <a:endParaRPr lang="en-US">
                    <a:solidFill>
                      <a:srgbClr val="000000"/>
                    </a:solidFill>
                  </a:endParaRPr>
                </a:p>
              </p:txBody>
            </p:sp>
          </p:grpSp>
          <p:cxnSp>
            <p:nvCxnSpPr>
              <p:cNvPr id="51273" name="AutoShape 43"/>
              <p:cNvCxnSpPr>
                <a:cxnSpLocks noChangeShapeType="1"/>
                <a:stCxn id="51289" idx="4"/>
                <a:endCxn id="51290" idx="0"/>
              </p:cNvCxnSpPr>
              <p:nvPr/>
            </p:nvCxnSpPr>
            <p:spPr bwMode="auto">
              <a:xfrm rot="5400000">
                <a:off x="2769853" y="6169217"/>
                <a:ext cx="98249" cy="160561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</p:cxnSp>
          <p:cxnSp>
            <p:nvCxnSpPr>
              <p:cNvPr id="51274" name="AutoShape 44"/>
              <p:cNvCxnSpPr>
                <a:cxnSpLocks noChangeShapeType="1"/>
                <a:stCxn id="51289" idx="4"/>
                <a:endCxn id="51291" idx="0"/>
              </p:cNvCxnSpPr>
              <p:nvPr/>
            </p:nvCxnSpPr>
            <p:spPr bwMode="auto">
              <a:xfrm rot="16200000" flipH="1">
                <a:off x="2922252" y="6177377"/>
                <a:ext cx="98249" cy="144239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</p:cxnSp>
        </p:grpSp>
        <p:sp>
          <p:nvSpPr>
            <p:cNvPr id="51254" name="Text Box 45"/>
            <p:cNvSpPr txBox="1">
              <a:spLocks noChangeArrowheads="1"/>
            </p:cNvSpPr>
            <p:nvPr/>
          </p:nvSpPr>
          <p:spPr bwMode="auto">
            <a:xfrm>
              <a:off x="1219200" y="4451350"/>
              <a:ext cx="325730" cy="29520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400">
                  <a:solidFill>
                    <a:srgbClr val="000000"/>
                  </a:solidFill>
                  <a:latin typeface="Times New Roman" charset="0"/>
                </a:rPr>
                <a:t>w</a:t>
              </a:r>
            </a:p>
          </p:txBody>
        </p:sp>
        <p:sp>
          <p:nvSpPr>
            <p:cNvPr id="51255" name="Text Box 46"/>
            <p:cNvSpPr txBox="1">
              <a:spLocks noChangeArrowheads="1"/>
            </p:cNvSpPr>
            <p:nvPr/>
          </p:nvSpPr>
          <p:spPr bwMode="auto">
            <a:xfrm>
              <a:off x="4068763" y="5118100"/>
              <a:ext cx="452437" cy="3048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400">
                  <a:solidFill>
                    <a:srgbClr val="000000"/>
                  </a:solidFill>
                  <a:latin typeface="Times New Roman" charset="0"/>
                </a:rPr>
                <a:t>c=x</a:t>
              </a:r>
            </a:p>
          </p:txBody>
        </p:sp>
        <p:sp>
          <p:nvSpPr>
            <p:cNvPr id="51256" name="Text Box 47"/>
            <p:cNvSpPr txBox="1">
              <a:spLocks noChangeArrowheads="1"/>
            </p:cNvSpPr>
            <p:nvPr/>
          </p:nvSpPr>
          <p:spPr bwMode="auto">
            <a:xfrm>
              <a:off x="3652838" y="4460875"/>
              <a:ext cx="466794" cy="29520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400">
                  <a:solidFill>
                    <a:srgbClr val="000000"/>
                  </a:solidFill>
                  <a:latin typeface="Times New Roman" charset="0"/>
                </a:rPr>
                <a:t>b=y</a:t>
              </a:r>
            </a:p>
          </p:txBody>
        </p:sp>
        <p:sp>
          <p:nvSpPr>
            <p:cNvPr id="51257" name="Text Box 48"/>
            <p:cNvSpPr txBox="1">
              <a:spLocks noChangeArrowheads="1"/>
            </p:cNvSpPr>
            <p:nvPr/>
          </p:nvSpPr>
          <p:spPr bwMode="auto">
            <a:xfrm>
              <a:off x="1535113" y="3832225"/>
              <a:ext cx="442912" cy="3048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400">
                  <a:solidFill>
                    <a:srgbClr val="000000"/>
                  </a:solidFill>
                  <a:latin typeface="Times New Roman" charset="0"/>
                </a:rPr>
                <a:t>a=z</a:t>
              </a:r>
            </a:p>
          </p:txBody>
        </p:sp>
      </p:grpSp>
      <p:sp>
        <p:nvSpPr>
          <p:cNvPr id="2" name="Line 49"/>
          <p:cNvSpPr>
            <a:spLocks noChangeShapeType="1"/>
          </p:cNvSpPr>
          <p:nvPr/>
        </p:nvSpPr>
        <p:spPr bwMode="auto">
          <a:xfrm>
            <a:off x="1639888" y="3695700"/>
            <a:ext cx="304800" cy="0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 type="triangle" w="med" len="med"/>
          </a:ln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51208" name="Line 50"/>
          <p:cNvSpPr>
            <a:spLocks noChangeShapeType="1"/>
          </p:cNvSpPr>
          <p:nvPr/>
        </p:nvSpPr>
        <p:spPr bwMode="auto">
          <a:xfrm flipV="1">
            <a:off x="1171575" y="4314825"/>
            <a:ext cx="228600" cy="0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 type="triangle" w="med" len="med"/>
          </a:ln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51209" name="Line 51"/>
          <p:cNvSpPr>
            <a:spLocks noChangeShapeType="1"/>
          </p:cNvSpPr>
          <p:nvPr/>
        </p:nvSpPr>
        <p:spPr bwMode="auto">
          <a:xfrm flipH="1">
            <a:off x="3011488" y="4324350"/>
            <a:ext cx="381000" cy="0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 type="triangle" w="med" len="med"/>
          </a:ln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51210" name="Line 52"/>
          <p:cNvSpPr>
            <a:spLocks noChangeShapeType="1"/>
          </p:cNvSpPr>
          <p:nvPr/>
        </p:nvSpPr>
        <p:spPr bwMode="auto">
          <a:xfrm flipH="1">
            <a:off x="3421063" y="4981575"/>
            <a:ext cx="381000" cy="0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 type="triangle" w="med" len="med"/>
          </a:ln>
        </p:spPr>
        <p:txBody>
          <a:bodyPr>
            <a:spAutoFit/>
          </a:bodyPr>
          <a:lstStyle/>
          <a:p>
            <a:endParaRPr lang="en-US"/>
          </a:p>
        </p:txBody>
      </p:sp>
      <p:grpSp>
        <p:nvGrpSpPr>
          <p:cNvPr id="51211" name="Group 92"/>
          <p:cNvGrpSpPr>
            <a:grpSpLocks/>
          </p:cNvGrpSpPr>
          <p:nvPr/>
        </p:nvGrpSpPr>
        <p:grpSpPr bwMode="auto">
          <a:xfrm>
            <a:off x="5410200" y="3352800"/>
            <a:ext cx="2398713" cy="2863850"/>
            <a:chOff x="5715000" y="3651653"/>
            <a:chExt cx="2398087" cy="2864025"/>
          </a:xfrm>
        </p:grpSpPr>
        <p:sp>
          <p:nvSpPr>
            <p:cNvPr id="51219" name="Rectangle 60"/>
            <p:cNvSpPr>
              <a:spLocks noChangeArrowheads="1"/>
            </p:cNvSpPr>
            <p:nvPr/>
          </p:nvSpPr>
          <p:spPr bwMode="auto">
            <a:xfrm>
              <a:off x="5715000" y="5447722"/>
              <a:ext cx="184666" cy="38215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51220" name="Rectangle 61"/>
            <p:cNvSpPr>
              <a:spLocks noChangeArrowheads="1"/>
            </p:cNvSpPr>
            <p:nvPr/>
          </p:nvSpPr>
          <p:spPr bwMode="auto">
            <a:xfrm>
              <a:off x="6019800" y="5447722"/>
              <a:ext cx="184666" cy="38215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  <p:cxnSp>
          <p:nvCxnSpPr>
            <p:cNvPr id="51221" name="AutoShape 68"/>
            <p:cNvCxnSpPr>
              <a:cxnSpLocks noChangeShapeType="1"/>
              <a:stCxn id="51231" idx="4"/>
              <a:endCxn id="51219" idx="0"/>
            </p:cNvCxnSpPr>
            <p:nvPr/>
          </p:nvCxnSpPr>
          <p:spPr bwMode="auto">
            <a:xfrm rot="5400000">
              <a:off x="5843252" y="5313554"/>
              <a:ext cx="98249" cy="170086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</p:cxnSp>
        <p:cxnSp>
          <p:nvCxnSpPr>
            <p:cNvPr id="51222" name="AutoShape 69"/>
            <p:cNvCxnSpPr>
              <a:cxnSpLocks noChangeShapeType="1"/>
              <a:stCxn id="51231" idx="4"/>
              <a:endCxn id="51220" idx="0"/>
            </p:cNvCxnSpPr>
            <p:nvPr/>
          </p:nvCxnSpPr>
          <p:spPr bwMode="auto">
            <a:xfrm rot="16200000" flipH="1">
              <a:off x="5995652" y="5331240"/>
              <a:ext cx="98249" cy="134714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</p:cxnSp>
        <p:cxnSp>
          <p:nvCxnSpPr>
            <p:cNvPr id="51223" name="AutoShape 74"/>
            <p:cNvCxnSpPr>
              <a:cxnSpLocks noChangeShapeType="1"/>
              <a:stCxn id="51235" idx="4"/>
              <a:endCxn id="51237" idx="0"/>
            </p:cNvCxnSpPr>
            <p:nvPr/>
          </p:nvCxnSpPr>
          <p:spPr bwMode="auto">
            <a:xfrm rot="5400000">
              <a:off x="6443328" y="6004117"/>
              <a:ext cx="98249" cy="16056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</p:cxnSp>
        <p:cxnSp>
          <p:nvCxnSpPr>
            <p:cNvPr id="51224" name="AutoShape 75"/>
            <p:cNvCxnSpPr>
              <a:cxnSpLocks noChangeShapeType="1"/>
              <a:stCxn id="51235" idx="4"/>
              <a:endCxn id="51238" idx="0"/>
            </p:cNvCxnSpPr>
            <p:nvPr/>
          </p:nvCxnSpPr>
          <p:spPr bwMode="auto">
            <a:xfrm rot="16200000" flipH="1">
              <a:off x="6595727" y="6012277"/>
              <a:ext cx="98249" cy="144239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</p:cxnSp>
        <p:cxnSp>
          <p:nvCxnSpPr>
            <p:cNvPr id="51225" name="AutoShape 79"/>
            <p:cNvCxnSpPr>
              <a:cxnSpLocks noChangeShapeType="1"/>
              <a:stCxn id="51234" idx="4"/>
              <a:endCxn id="51240" idx="0"/>
            </p:cNvCxnSpPr>
            <p:nvPr/>
          </p:nvCxnSpPr>
          <p:spPr bwMode="auto">
            <a:xfrm rot="5400000">
              <a:off x="7732377" y="5323079"/>
              <a:ext cx="98249" cy="151036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</p:cxnSp>
        <p:cxnSp>
          <p:nvCxnSpPr>
            <p:cNvPr id="51226" name="AutoShape 80"/>
            <p:cNvCxnSpPr>
              <a:cxnSpLocks noChangeShapeType="1"/>
              <a:stCxn id="51234" idx="4"/>
              <a:endCxn id="51241" idx="0"/>
            </p:cNvCxnSpPr>
            <p:nvPr/>
          </p:nvCxnSpPr>
          <p:spPr bwMode="auto">
            <a:xfrm rot="16200000" flipH="1">
              <a:off x="7884777" y="5321715"/>
              <a:ext cx="98249" cy="153764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</p:cxnSp>
        <p:grpSp>
          <p:nvGrpSpPr>
            <p:cNvPr id="51227" name="Group 91"/>
            <p:cNvGrpSpPr>
              <a:grpSpLocks/>
            </p:cNvGrpSpPr>
            <p:nvPr/>
          </p:nvGrpSpPr>
          <p:grpSpPr bwMode="auto">
            <a:xfrm>
              <a:off x="5721350" y="3651653"/>
              <a:ext cx="2391737" cy="2864025"/>
              <a:chOff x="5721350" y="3651653"/>
              <a:chExt cx="2391737" cy="2864025"/>
            </a:xfrm>
          </p:grpSpPr>
          <p:sp>
            <p:nvSpPr>
              <p:cNvPr id="51230" name="Oval 53"/>
              <p:cNvSpPr>
                <a:spLocks noChangeArrowheads="1"/>
              </p:cNvSpPr>
              <p:nvPr/>
            </p:nvSpPr>
            <p:spPr bwMode="auto">
              <a:xfrm>
                <a:off x="6178550" y="4248553"/>
                <a:ext cx="512137" cy="41512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r>
                  <a:rPr lang="en-US" sz="1400">
                    <a:solidFill>
                      <a:srgbClr val="000000"/>
                    </a:solidFill>
                    <a:latin typeface="Times New Roman" charset="0"/>
                  </a:rPr>
                  <a:t>44</a:t>
                </a:r>
              </a:p>
            </p:txBody>
          </p:sp>
          <p:sp>
            <p:nvSpPr>
              <p:cNvPr id="51231" name="Oval 54"/>
              <p:cNvSpPr>
                <a:spLocks noChangeArrowheads="1"/>
              </p:cNvSpPr>
              <p:nvPr/>
            </p:nvSpPr>
            <p:spPr bwMode="auto">
              <a:xfrm>
                <a:off x="5721350" y="4934353"/>
                <a:ext cx="512137" cy="41512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r>
                  <a:rPr lang="en-US" sz="1400">
                    <a:solidFill>
                      <a:srgbClr val="000000"/>
                    </a:solidFill>
                    <a:latin typeface="Times New Roman" charset="0"/>
                  </a:rPr>
                  <a:t>17</a:t>
                </a:r>
              </a:p>
            </p:txBody>
          </p:sp>
          <p:sp>
            <p:nvSpPr>
              <p:cNvPr id="51232" name="Oval 55"/>
              <p:cNvSpPr>
                <a:spLocks noChangeArrowheads="1"/>
              </p:cNvSpPr>
              <p:nvPr/>
            </p:nvSpPr>
            <p:spPr bwMode="auto">
              <a:xfrm>
                <a:off x="7397750" y="4261253"/>
                <a:ext cx="512137" cy="41512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r>
                  <a:rPr lang="en-US" sz="1400">
                    <a:solidFill>
                      <a:srgbClr val="000000"/>
                    </a:solidFill>
                    <a:latin typeface="Times New Roman" charset="0"/>
                  </a:rPr>
                  <a:t>78</a:t>
                </a:r>
              </a:p>
            </p:txBody>
          </p:sp>
          <p:sp>
            <p:nvSpPr>
              <p:cNvPr id="51233" name="Oval 56"/>
              <p:cNvSpPr>
                <a:spLocks noChangeArrowheads="1"/>
              </p:cNvSpPr>
              <p:nvPr/>
            </p:nvSpPr>
            <p:spPr bwMode="auto">
              <a:xfrm>
                <a:off x="6669088" y="4934353"/>
                <a:ext cx="512137" cy="41512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r>
                  <a:rPr lang="en-US" sz="1400">
                    <a:solidFill>
                      <a:srgbClr val="000000"/>
                    </a:solidFill>
                    <a:latin typeface="Times New Roman" charset="0"/>
                  </a:rPr>
                  <a:t>50</a:t>
                </a:r>
              </a:p>
            </p:txBody>
          </p:sp>
          <p:sp>
            <p:nvSpPr>
              <p:cNvPr id="51234" name="Oval 57"/>
              <p:cNvSpPr>
                <a:spLocks noChangeArrowheads="1"/>
              </p:cNvSpPr>
              <p:nvPr/>
            </p:nvSpPr>
            <p:spPr bwMode="auto">
              <a:xfrm>
                <a:off x="7600950" y="4934353"/>
                <a:ext cx="512137" cy="41512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r>
                  <a:rPr lang="en-US" sz="1400">
                    <a:solidFill>
                      <a:srgbClr val="000000"/>
                    </a:solidFill>
                    <a:latin typeface="Times New Roman" charset="0"/>
                  </a:rPr>
                  <a:t>88</a:t>
                </a:r>
              </a:p>
            </p:txBody>
          </p:sp>
          <p:sp>
            <p:nvSpPr>
              <p:cNvPr id="51235" name="Oval 58"/>
              <p:cNvSpPr>
                <a:spLocks noChangeArrowheads="1"/>
              </p:cNvSpPr>
              <p:nvPr/>
            </p:nvSpPr>
            <p:spPr bwMode="auto">
              <a:xfrm>
                <a:off x="6316663" y="5620153"/>
                <a:ext cx="512137" cy="41512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r>
                  <a:rPr lang="en-US" sz="1400">
                    <a:solidFill>
                      <a:srgbClr val="000000"/>
                    </a:solidFill>
                    <a:latin typeface="Times New Roman" charset="0"/>
                  </a:rPr>
                  <a:t>48</a:t>
                </a:r>
              </a:p>
            </p:txBody>
          </p:sp>
          <p:sp>
            <p:nvSpPr>
              <p:cNvPr id="51236" name="Oval 59"/>
              <p:cNvSpPr>
                <a:spLocks noChangeArrowheads="1"/>
              </p:cNvSpPr>
              <p:nvPr/>
            </p:nvSpPr>
            <p:spPr bwMode="auto">
              <a:xfrm>
                <a:off x="6772275" y="3651653"/>
                <a:ext cx="512137" cy="41512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r>
                  <a:rPr lang="en-US" sz="1400">
                    <a:solidFill>
                      <a:srgbClr val="000000"/>
                    </a:solidFill>
                    <a:latin typeface="Times New Roman" charset="0"/>
                  </a:rPr>
                  <a:t>62</a:t>
                </a:r>
              </a:p>
            </p:txBody>
          </p:sp>
          <p:sp>
            <p:nvSpPr>
              <p:cNvPr id="51237" name="Rectangle 62"/>
              <p:cNvSpPr>
                <a:spLocks noChangeArrowheads="1"/>
              </p:cNvSpPr>
              <p:nvPr/>
            </p:nvSpPr>
            <p:spPr bwMode="auto">
              <a:xfrm>
                <a:off x="6319838" y="6133522"/>
                <a:ext cx="184666" cy="382156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endParaRPr 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51238" name="Rectangle 63"/>
              <p:cNvSpPr>
                <a:spLocks noChangeArrowheads="1"/>
              </p:cNvSpPr>
              <p:nvPr/>
            </p:nvSpPr>
            <p:spPr bwMode="auto">
              <a:xfrm>
                <a:off x="6624638" y="6133522"/>
                <a:ext cx="184666" cy="382156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endParaRPr 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51239" name="Rectangle 64"/>
              <p:cNvSpPr>
                <a:spLocks noChangeArrowheads="1"/>
              </p:cNvSpPr>
              <p:nvPr/>
            </p:nvSpPr>
            <p:spPr bwMode="auto">
              <a:xfrm>
                <a:off x="7308850" y="4838122"/>
                <a:ext cx="184666" cy="382156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endParaRPr 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51240" name="Rectangle 65"/>
              <p:cNvSpPr>
                <a:spLocks noChangeArrowheads="1"/>
              </p:cNvSpPr>
              <p:nvPr/>
            </p:nvSpPr>
            <p:spPr bwMode="auto">
              <a:xfrm>
                <a:off x="7613650" y="5447722"/>
                <a:ext cx="184666" cy="382156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endParaRPr 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51241" name="Rectangle 66"/>
              <p:cNvSpPr>
                <a:spLocks noChangeArrowheads="1"/>
              </p:cNvSpPr>
              <p:nvPr/>
            </p:nvSpPr>
            <p:spPr bwMode="auto">
              <a:xfrm>
                <a:off x="7918450" y="5447722"/>
                <a:ext cx="184666" cy="382156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endParaRPr lang="en-US">
                  <a:solidFill>
                    <a:srgbClr val="000000"/>
                  </a:solidFill>
                </a:endParaRPr>
              </a:p>
            </p:txBody>
          </p:sp>
          <p:cxnSp>
            <p:nvCxnSpPr>
              <p:cNvPr id="51242" name="AutoShape 67"/>
              <p:cNvCxnSpPr>
                <a:cxnSpLocks noChangeShapeType="1"/>
                <a:stCxn id="51230" idx="4"/>
                <a:endCxn id="51231" idx="0"/>
              </p:cNvCxnSpPr>
              <p:nvPr/>
            </p:nvCxnSpPr>
            <p:spPr bwMode="auto">
              <a:xfrm rot="5400000">
                <a:off x="6070679" y="4570413"/>
                <a:ext cx="270680" cy="457200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</p:cxnSp>
          <p:cxnSp>
            <p:nvCxnSpPr>
              <p:cNvPr id="51243" name="AutoShape 70"/>
              <p:cNvCxnSpPr>
                <a:cxnSpLocks noChangeShapeType="1"/>
                <a:stCxn id="51230" idx="0"/>
                <a:endCxn id="51236" idx="4"/>
              </p:cNvCxnSpPr>
              <p:nvPr/>
            </p:nvCxnSpPr>
            <p:spPr bwMode="auto">
              <a:xfrm rot="5400000" flipH="1" flipV="1">
                <a:off x="6640591" y="3860801"/>
                <a:ext cx="181780" cy="593725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</p:cxnSp>
          <p:cxnSp>
            <p:nvCxnSpPr>
              <p:cNvPr id="51244" name="AutoShape 71"/>
              <p:cNvCxnSpPr>
                <a:cxnSpLocks noChangeShapeType="1"/>
                <a:stCxn id="51232" idx="0"/>
                <a:endCxn id="51236" idx="4"/>
              </p:cNvCxnSpPr>
              <p:nvPr/>
            </p:nvCxnSpPr>
            <p:spPr bwMode="auto">
              <a:xfrm rot="16200000" flipV="1">
                <a:off x="7243842" y="3851275"/>
                <a:ext cx="194480" cy="625475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</p:cxnSp>
          <p:cxnSp>
            <p:nvCxnSpPr>
              <p:cNvPr id="51245" name="AutoShape 72"/>
              <p:cNvCxnSpPr>
                <a:cxnSpLocks noChangeShapeType="1"/>
                <a:stCxn id="51232" idx="4"/>
                <a:endCxn id="51234" idx="0"/>
              </p:cNvCxnSpPr>
              <p:nvPr/>
            </p:nvCxnSpPr>
            <p:spPr bwMode="auto">
              <a:xfrm rot="16200000" flipH="1">
                <a:off x="7626429" y="4703763"/>
                <a:ext cx="257980" cy="203200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</p:cxnSp>
          <p:cxnSp>
            <p:nvCxnSpPr>
              <p:cNvPr id="51246" name="AutoShape 73"/>
              <p:cNvCxnSpPr>
                <a:cxnSpLocks noChangeShapeType="1"/>
                <a:stCxn id="51233" idx="4"/>
                <a:endCxn id="51235" idx="0"/>
              </p:cNvCxnSpPr>
              <p:nvPr/>
            </p:nvCxnSpPr>
            <p:spPr bwMode="auto">
              <a:xfrm rot="5400000">
                <a:off x="6613605" y="5308601"/>
                <a:ext cx="270680" cy="352425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</p:cxnSp>
          <p:cxnSp>
            <p:nvCxnSpPr>
              <p:cNvPr id="51247" name="AutoShape 76"/>
              <p:cNvCxnSpPr>
                <a:cxnSpLocks noChangeShapeType="1"/>
                <a:stCxn id="51233" idx="4"/>
                <a:endCxn id="51250" idx="0"/>
              </p:cNvCxnSpPr>
              <p:nvPr/>
            </p:nvCxnSpPr>
            <p:spPr bwMode="auto">
              <a:xfrm rot="16200000" flipH="1">
                <a:off x="6888242" y="5386388"/>
                <a:ext cx="270680" cy="196850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</p:cxnSp>
          <p:cxnSp>
            <p:nvCxnSpPr>
              <p:cNvPr id="51248" name="AutoShape 77"/>
              <p:cNvCxnSpPr>
                <a:cxnSpLocks noChangeShapeType="1"/>
                <a:stCxn id="51232" idx="4"/>
                <a:endCxn id="51239" idx="0"/>
              </p:cNvCxnSpPr>
              <p:nvPr/>
            </p:nvCxnSpPr>
            <p:spPr bwMode="auto">
              <a:xfrm rot="5400000">
                <a:off x="7446627" y="4630929"/>
                <a:ext cx="161749" cy="252636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</p:cxnSp>
          <p:cxnSp>
            <p:nvCxnSpPr>
              <p:cNvPr id="51249" name="AutoShape 78"/>
              <p:cNvCxnSpPr>
                <a:cxnSpLocks noChangeShapeType="1"/>
                <a:stCxn id="51233" idx="0"/>
                <a:endCxn id="51230" idx="4"/>
              </p:cNvCxnSpPr>
              <p:nvPr/>
            </p:nvCxnSpPr>
            <p:spPr bwMode="auto">
              <a:xfrm rot="16200000" flipV="1">
                <a:off x="6544548" y="4553744"/>
                <a:ext cx="270680" cy="490538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</p:cxnSp>
          <p:sp>
            <p:nvSpPr>
              <p:cNvPr id="51250" name="Oval 81"/>
              <p:cNvSpPr>
                <a:spLocks noChangeArrowheads="1"/>
              </p:cNvSpPr>
              <p:nvPr/>
            </p:nvSpPr>
            <p:spPr bwMode="auto">
              <a:xfrm>
                <a:off x="6865938" y="5620153"/>
                <a:ext cx="512137" cy="41512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r>
                  <a:rPr lang="en-US" sz="1400">
                    <a:solidFill>
                      <a:srgbClr val="000000"/>
                    </a:solidFill>
                    <a:latin typeface="Times New Roman" charset="0"/>
                  </a:rPr>
                  <a:t>54</a:t>
                </a:r>
              </a:p>
            </p:txBody>
          </p:sp>
          <p:sp>
            <p:nvSpPr>
              <p:cNvPr id="51251" name="Rectangle 82"/>
              <p:cNvSpPr>
                <a:spLocks noChangeArrowheads="1"/>
              </p:cNvSpPr>
              <p:nvPr/>
            </p:nvSpPr>
            <p:spPr bwMode="auto">
              <a:xfrm>
                <a:off x="6869113" y="6133522"/>
                <a:ext cx="184666" cy="382156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endParaRPr 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51252" name="Rectangle 83"/>
              <p:cNvSpPr>
                <a:spLocks noChangeArrowheads="1"/>
              </p:cNvSpPr>
              <p:nvPr/>
            </p:nvSpPr>
            <p:spPr bwMode="auto">
              <a:xfrm>
                <a:off x="7173913" y="6133522"/>
                <a:ext cx="184666" cy="382156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endParaRPr lang="en-US">
                  <a:solidFill>
                    <a:srgbClr val="000000"/>
                  </a:solidFill>
                </a:endParaRPr>
              </a:p>
            </p:txBody>
          </p:sp>
        </p:grpSp>
        <p:cxnSp>
          <p:nvCxnSpPr>
            <p:cNvPr id="51228" name="AutoShape 84"/>
            <p:cNvCxnSpPr>
              <a:cxnSpLocks noChangeShapeType="1"/>
              <a:stCxn id="51250" idx="4"/>
              <a:endCxn id="51251" idx="0"/>
            </p:cNvCxnSpPr>
            <p:nvPr/>
          </p:nvCxnSpPr>
          <p:spPr bwMode="auto">
            <a:xfrm rot="5400000">
              <a:off x="6992603" y="6004117"/>
              <a:ext cx="98249" cy="16056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</p:cxnSp>
        <p:cxnSp>
          <p:nvCxnSpPr>
            <p:cNvPr id="51229" name="AutoShape 85"/>
            <p:cNvCxnSpPr>
              <a:cxnSpLocks noChangeShapeType="1"/>
              <a:stCxn id="51250" idx="4"/>
              <a:endCxn id="51252" idx="0"/>
            </p:cNvCxnSpPr>
            <p:nvPr/>
          </p:nvCxnSpPr>
          <p:spPr bwMode="auto">
            <a:xfrm rot="16200000" flipH="1">
              <a:off x="7145002" y="6012277"/>
              <a:ext cx="98249" cy="144239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</p:cxnSp>
      </p:grpSp>
      <p:sp>
        <p:nvSpPr>
          <p:cNvPr id="51212" name="Line 86"/>
          <p:cNvSpPr>
            <a:spLocks noChangeShapeType="1"/>
          </p:cNvSpPr>
          <p:nvPr/>
        </p:nvSpPr>
        <p:spPr bwMode="auto">
          <a:xfrm>
            <a:off x="4572000" y="4876800"/>
            <a:ext cx="76200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1213" name="AutoShape 8"/>
          <p:cNvSpPr>
            <a:spLocks noChangeArrowheads="1"/>
          </p:cNvSpPr>
          <p:nvPr/>
        </p:nvSpPr>
        <p:spPr bwMode="auto">
          <a:xfrm>
            <a:off x="5867400" y="4578350"/>
            <a:ext cx="1447800" cy="1524000"/>
          </a:xfrm>
          <a:prstGeom prst="triangle">
            <a:avLst>
              <a:gd name="adj" fmla="val 50000"/>
            </a:avLst>
          </a:prstGeom>
          <a:noFill/>
          <a:ln w="38100">
            <a:solidFill>
              <a:srgbClr val="008000"/>
            </a:solidFill>
            <a:prstDash val="dash"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1214" name="AutoShape 8"/>
          <p:cNvSpPr>
            <a:spLocks noChangeArrowheads="1"/>
          </p:cNvSpPr>
          <p:nvPr/>
        </p:nvSpPr>
        <p:spPr bwMode="auto">
          <a:xfrm>
            <a:off x="1600200" y="4730750"/>
            <a:ext cx="1447800" cy="1524000"/>
          </a:xfrm>
          <a:prstGeom prst="triangle">
            <a:avLst>
              <a:gd name="adj" fmla="val 50000"/>
            </a:avLst>
          </a:prstGeom>
          <a:noFill/>
          <a:ln w="38100">
            <a:solidFill>
              <a:srgbClr val="008000"/>
            </a:solidFill>
            <a:prstDash val="dash"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1215" name="AutoShape 6"/>
          <p:cNvSpPr>
            <a:spLocks noChangeArrowheads="1"/>
          </p:cNvSpPr>
          <p:nvPr/>
        </p:nvSpPr>
        <p:spPr bwMode="auto">
          <a:xfrm>
            <a:off x="7086600" y="4502150"/>
            <a:ext cx="914400" cy="990600"/>
          </a:xfrm>
          <a:prstGeom prst="triangle">
            <a:avLst>
              <a:gd name="adj" fmla="val 50000"/>
            </a:avLst>
          </a:prstGeom>
          <a:noFill/>
          <a:ln w="38100">
            <a:solidFill>
              <a:srgbClr val="FF6600"/>
            </a:solidFill>
            <a:prstDash val="dash"/>
            <a:miter lim="800000"/>
            <a:headEnd/>
            <a:tailEnd/>
          </a:ln>
        </p:spPr>
        <p:txBody>
          <a:bodyPr wrap="none" anchor="ctr"/>
          <a:lstStyle/>
          <a:p>
            <a:r>
              <a:rPr lang="en-US"/>
              <a:t>∂</a:t>
            </a:r>
          </a:p>
        </p:txBody>
      </p:sp>
      <p:sp>
        <p:nvSpPr>
          <p:cNvPr id="51216" name="AutoShape 6"/>
          <p:cNvSpPr>
            <a:spLocks noChangeArrowheads="1"/>
          </p:cNvSpPr>
          <p:nvPr/>
        </p:nvSpPr>
        <p:spPr bwMode="auto">
          <a:xfrm>
            <a:off x="2895600" y="5187950"/>
            <a:ext cx="914400" cy="990600"/>
          </a:xfrm>
          <a:prstGeom prst="triangle">
            <a:avLst>
              <a:gd name="adj" fmla="val 50000"/>
            </a:avLst>
          </a:prstGeom>
          <a:noFill/>
          <a:ln w="38100">
            <a:solidFill>
              <a:srgbClr val="FF6600"/>
            </a:solidFill>
            <a:prstDash val="dash"/>
            <a:miter lim="800000"/>
            <a:headEnd/>
            <a:tailEnd/>
          </a:ln>
        </p:spPr>
        <p:txBody>
          <a:bodyPr wrap="none" anchor="ctr"/>
          <a:lstStyle/>
          <a:p>
            <a:r>
              <a:rPr lang="en-US"/>
              <a:t>∂</a:t>
            </a:r>
          </a:p>
        </p:txBody>
      </p:sp>
      <p:sp>
        <p:nvSpPr>
          <p:cNvPr id="51217" name="AutoShape 7"/>
          <p:cNvSpPr>
            <a:spLocks noChangeArrowheads="1"/>
          </p:cNvSpPr>
          <p:nvPr/>
        </p:nvSpPr>
        <p:spPr bwMode="auto">
          <a:xfrm>
            <a:off x="2743200" y="5264150"/>
            <a:ext cx="457200" cy="381000"/>
          </a:xfrm>
          <a:prstGeom prst="triangle">
            <a:avLst>
              <a:gd name="adj" fmla="val 50000"/>
            </a:avLst>
          </a:prstGeom>
          <a:noFill/>
          <a:ln w="38100">
            <a:solidFill>
              <a:srgbClr val="0000FF"/>
            </a:solidFill>
            <a:prstDash val="dash"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1218" name="AutoShape 7"/>
          <p:cNvSpPr>
            <a:spLocks noChangeArrowheads="1"/>
          </p:cNvSpPr>
          <p:nvPr/>
        </p:nvSpPr>
        <p:spPr bwMode="auto">
          <a:xfrm>
            <a:off x="6858000" y="4502150"/>
            <a:ext cx="457200" cy="381000"/>
          </a:xfrm>
          <a:prstGeom prst="triangle">
            <a:avLst>
              <a:gd name="adj" fmla="val 50000"/>
            </a:avLst>
          </a:prstGeom>
          <a:noFill/>
          <a:ln w="38100">
            <a:solidFill>
              <a:srgbClr val="0000FF"/>
            </a:solidFill>
            <a:prstDash val="dash"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Rebalancing after a Removal</a:t>
            </a:r>
          </a:p>
        </p:txBody>
      </p:sp>
      <p:sp>
        <p:nvSpPr>
          <p:cNvPr id="52227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  <a:buClrTx/>
              <a:buFont typeface="Times" charset="0"/>
              <a:buChar char="•"/>
            </a:pPr>
            <a:r>
              <a:rPr lang="en-US" sz="2000" smtClean="0"/>
              <a:t>As this restructuring may upset the balance of another node higher in the tree, we must continue checking for balance until the root of T is reached</a:t>
            </a:r>
          </a:p>
          <a:p>
            <a:pPr lvl="1">
              <a:lnSpc>
                <a:spcPct val="90000"/>
              </a:lnSpc>
              <a:buClrTx/>
              <a:buFont typeface="Times" charset="0"/>
              <a:buChar char="•"/>
            </a:pPr>
            <a:r>
              <a:rPr lang="en-US" sz="1600" smtClean="0"/>
              <a:t>This can happen at most O(log n) times. Why?</a:t>
            </a:r>
          </a:p>
          <a:p>
            <a:pPr lvl="1">
              <a:lnSpc>
                <a:spcPct val="90000"/>
              </a:lnSpc>
              <a:buClrTx/>
              <a:buFont typeface="Times" charset="0"/>
              <a:buChar char="•"/>
            </a:pPr>
            <a:endParaRPr lang="en-US" sz="2400" smtClean="0"/>
          </a:p>
        </p:txBody>
      </p:sp>
      <p:sp>
        <p:nvSpPr>
          <p:cNvPr id="52228" name="AutoShape 5"/>
          <p:cNvSpPr>
            <a:spLocks noChangeArrowheads="1"/>
          </p:cNvSpPr>
          <p:nvPr/>
        </p:nvSpPr>
        <p:spPr bwMode="auto">
          <a:xfrm>
            <a:off x="5181600" y="4502150"/>
            <a:ext cx="914400" cy="1066800"/>
          </a:xfrm>
          <a:prstGeom prst="triangle">
            <a:avLst>
              <a:gd name="adj" fmla="val 50000"/>
            </a:avLst>
          </a:prstGeom>
          <a:noFill/>
          <a:ln w="38100">
            <a:solidFill>
              <a:srgbClr val="FF0000"/>
            </a:solidFill>
            <a:prstDash val="dash"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2229" name="AutoShape 9"/>
          <p:cNvSpPr>
            <a:spLocks noChangeArrowheads="1"/>
          </p:cNvSpPr>
          <p:nvPr/>
        </p:nvSpPr>
        <p:spPr bwMode="auto">
          <a:xfrm>
            <a:off x="1066800" y="4044950"/>
            <a:ext cx="1143000" cy="1066800"/>
          </a:xfrm>
          <a:prstGeom prst="triangle">
            <a:avLst>
              <a:gd name="adj" fmla="val 50000"/>
            </a:avLst>
          </a:prstGeom>
          <a:noFill/>
          <a:ln w="38100">
            <a:solidFill>
              <a:srgbClr val="FF0000"/>
            </a:solidFill>
            <a:prstDash val="dash"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pSp>
        <p:nvGrpSpPr>
          <p:cNvPr id="52230" name="Group 90"/>
          <p:cNvGrpSpPr>
            <a:grpSpLocks/>
          </p:cNvGrpSpPr>
          <p:nvPr/>
        </p:nvGrpSpPr>
        <p:grpSpPr bwMode="auto">
          <a:xfrm>
            <a:off x="914400" y="3505200"/>
            <a:ext cx="3302000" cy="2876550"/>
            <a:chOff x="1219200" y="3804053"/>
            <a:chExt cx="3302000" cy="2876725"/>
          </a:xfrm>
        </p:grpSpPr>
        <p:grpSp>
          <p:nvGrpSpPr>
            <p:cNvPr id="52277" name="Group 89"/>
            <p:cNvGrpSpPr>
              <a:grpSpLocks/>
            </p:cNvGrpSpPr>
            <p:nvPr/>
          </p:nvGrpSpPr>
          <p:grpSpPr bwMode="auto">
            <a:xfrm>
              <a:off x="1706563" y="3804053"/>
              <a:ext cx="2261562" cy="2876725"/>
              <a:chOff x="1706563" y="3804053"/>
              <a:chExt cx="2261562" cy="2876725"/>
            </a:xfrm>
          </p:grpSpPr>
          <p:cxnSp>
            <p:nvCxnSpPr>
              <p:cNvPr id="52282" name="AutoShape 26"/>
              <p:cNvCxnSpPr>
                <a:cxnSpLocks noChangeShapeType="1"/>
                <a:stCxn id="52299" idx="4"/>
                <a:endCxn id="52300" idx="0"/>
              </p:cNvCxnSpPr>
              <p:nvPr/>
            </p:nvCxnSpPr>
            <p:spPr bwMode="auto">
              <a:xfrm rot="5400000">
                <a:off x="2138442" y="4049713"/>
                <a:ext cx="194480" cy="533400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</p:cxnSp>
          <p:cxnSp>
            <p:nvCxnSpPr>
              <p:cNvPr id="52283" name="AutoShape 27"/>
              <p:cNvCxnSpPr>
                <a:cxnSpLocks noChangeShapeType="1"/>
                <a:stCxn id="52300" idx="4"/>
                <a:endCxn id="52306" idx="0"/>
              </p:cNvCxnSpPr>
              <p:nvPr/>
            </p:nvCxnSpPr>
            <p:spPr bwMode="auto">
              <a:xfrm rot="5400000">
                <a:off x="1834815" y="4792854"/>
                <a:ext cx="98249" cy="170086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</p:cxnSp>
          <p:cxnSp>
            <p:nvCxnSpPr>
              <p:cNvPr id="52284" name="AutoShape 28"/>
              <p:cNvCxnSpPr>
                <a:cxnSpLocks noChangeShapeType="1"/>
                <a:stCxn id="52300" idx="4"/>
                <a:endCxn id="52307" idx="0"/>
              </p:cNvCxnSpPr>
              <p:nvPr/>
            </p:nvCxnSpPr>
            <p:spPr bwMode="auto">
              <a:xfrm rot="16200000" flipH="1">
                <a:off x="1987215" y="4810540"/>
                <a:ext cx="98249" cy="134714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</p:cxnSp>
          <p:cxnSp>
            <p:nvCxnSpPr>
              <p:cNvPr id="52285" name="AutoShape 29"/>
              <p:cNvCxnSpPr>
                <a:cxnSpLocks noChangeShapeType="1"/>
                <a:stCxn id="52299" idx="4"/>
                <a:endCxn id="52305" idx="0"/>
              </p:cNvCxnSpPr>
              <p:nvPr/>
            </p:nvCxnSpPr>
            <p:spPr bwMode="auto">
              <a:xfrm rot="16200000" flipH="1">
                <a:off x="2709942" y="4011613"/>
                <a:ext cx="194480" cy="609600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</p:cxnSp>
          <p:cxnSp>
            <p:nvCxnSpPr>
              <p:cNvPr id="52286" name="AutoShape 30"/>
              <p:cNvCxnSpPr>
                <a:cxnSpLocks noChangeShapeType="1"/>
                <a:stCxn id="52301" idx="0"/>
                <a:endCxn id="52305" idx="4"/>
              </p:cNvCxnSpPr>
              <p:nvPr/>
            </p:nvCxnSpPr>
            <p:spPr bwMode="auto">
              <a:xfrm rot="16200000" flipV="1">
                <a:off x="3175080" y="4765675"/>
                <a:ext cx="270680" cy="396875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</p:cxnSp>
          <p:cxnSp>
            <p:nvCxnSpPr>
              <p:cNvPr id="52287" name="AutoShape 31"/>
              <p:cNvCxnSpPr>
                <a:cxnSpLocks noChangeShapeType="1"/>
                <a:stCxn id="52301" idx="4"/>
                <a:endCxn id="52303" idx="0"/>
              </p:cNvCxnSpPr>
              <p:nvPr/>
            </p:nvCxnSpPr>
            <p:spPr bwMode="auto">
              <a:xfrm rot="16200000" flipH="1">
                <a:off x="3481467" y="5541963"/>
                <a:ext cx="257980" cy="203200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</p:cxnSp>
          <p:cxnSp>
            <p:nvCxnSpPr>
              <p:cNvPr id="52288" name="AutoShape 32"/>
              <p:cNvCxnSpPr>
                <a:cxnSpLocks noChangeShapeType="1"/>
                <a:stCxn id="52302" idx="4"/>
                <a:endCxn id="52304" idx="0"/>
              </p:cNvCxnSpPr>
              <p:nvPr/>
            </p:nvCxnSpPr>
            <p:spPr bwMode="auto">
              <a:xfrm rot="5400000">
                <a:off x="2390855" y="5473701"/>
                <a:ext cx="270680" cy="352425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</p:cxnSp>
          <p:cxnSp>
            <p:nvCxnSpPr>
              <p:cNvPr id="52289" name="AutoShape 33"/>
              <p:cNvCxnSpPr>
                <a:cxnSpLocks noChangeShapeType="1"/>
                <a:stCxn id="52304" idx="4"/>
                <a:endCxn id="52308" idx="0"/>
              </p:cNvCxnSpPr>
              <p:nvPr/>
            </p:nvCxnSpPr>
            <p:spPr bwMode="auto">
              <a:xfrm rot="5400000">
                <a:off x="2220578" y="6169217"/>
                <a:ext cx="98249" cy="160561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</p:cxnSp>
          <p:cxnSp>
            <p:nvCxnSpPr>
              <p:cNvPr id="52290" name="AutoShape 34"/>
              <p:cNvCxnSpPr>
                <a:cxnSpLocks noChangeShapeType="1"/>
                <a:stCxn id="52304" idx="4"/>
                <a:endCxn id="52309" idx="0"/>
              </p:cNvCxnSpPr>
              <p:nvPr/>
            </p:nvCxnSpPr>
            <p:spPr bwMode="auto">
              <a:xfrm rot="16200000" flipH="1">
                <a:off x="2372977" y="6177377"/>
                <a:ext cx="98249" cy="144239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</p:cxnSp>
          <p:cxnSp>
            <p:nvCxnSpPr>
              <p:cNvPr id="52291" name="AutoShape 35"/>
              <p:cNvCxnSpPr>
                <a:cxnSpLocks noChangeShapeType="1"/>
                <a:stCxn id="52302" idx="4"/>
                <a:endCxn id="52313" idx="0"/>
              </p:cNvCxnSpPr>
              <p:nvPr/>
            </p:nvCxnSpPr>
            <p:spPr bwMode="auto">
              <a:xfrm rot="16200000" flipH="1">
                <a:off x="2665492" y="5551488"/>
                <a:ext cx="270680" cy="196850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</p:cxnSp>
          <p:cxnSp>
            <p:nvCxnSpPr>
              <p:cNvPr id="52292" name="AutoShape 36"/>
              <p:cNvCxnSpPr>
                <a:cxnSpLocks noChangeShapeType="1"/>
                <a:stCxn id="52301" idx="4"/>
                <a:endCxn id="52310" idx="0"/>
              </p:cNvCxnSpPr>
              <p:nvPr/>
            </p:nvCxnSpPr>
            <p:spPr bwMode="auto">
              <a:xfrm rot="5400000">
                <a:off x="3301665" y="5469129"/>
                <a:ext cx="161749" cy="252636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</p:cxnSp>
          <p:cxnSp>
            <p:nvCxnSpPr>
              <p:cNvPr id="52293" name="AutoShape 37"/>
              <p:cNvCxnSpPr>
                <a:cxnSpLocks noChangeShapeType="1"/>
                <a:stCxn id="52302" idx="0"/>
                <a:endCxn id="52305" idx="4"/>
              </p:cNvCxnSpPr>
              <p:nvPr/>
            </p:nvCxnSpPr>
            <p:spPr bwMode="auto">
              <a:xfrm rot="5400000" flipH="1" flipV="1">
                <a:off x="2771854" y="4759326"/>
                <a:ext cx="270680" cy="409575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</p:cxnSp>
          <p:cxnSp>
            <p:nvCxnSpPr>
              <p:cNvPr id="52294" name="AutoShape 38"/>
              <p:cNvCxnSpPr>
                <a:cxnSpLocks noChangeShapeType="1"/>
                <a:stCxn id="52303" idx="4"/>
                <a:endCxn id="52311" idx="0"/>
              </p:cNvCxnSpPr>
              <p:nvPr/>
            </p:nvCxnSpPr>
            <p:spPr bwMode="auto">
              <a:xfrm rot="5400000">
                <a:off x="3587415" y="6161279"/>
                <a:ext cx="98249" cy="151036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</p:cxnSp>
          <p:cxnSp>
            <p:nvCxnSpPr>
              <p:cNvPr id="52295" name="AutoShape 39"/>
              <p:cNvCxnSpPr>
                <a:cxnSpLocks noChangeShapeType="1"/>
                <a:stCxn id="52303" idx="4"/>
                <a:endCxn id="52312" idx="0"/>
              </p:cNvCxnSpPr>
              <p:nvPr/>
            </p:nvCxnSpPr>
            <p:spPr bwMode="auto">
              <a:xfrm rot="16200000" flipH="1">
                <a:off x="3739815" y="6159915"/>
                <a:ext cx="98249" cy="153764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</p:cxnSp>
          <p:grpSp>
            <p:nvGrpSpPr>
              <p:cNvPr id="52296" name="Group 88"/>
              <p:cNvGrpSpPr>
                <a:grpSpLocks/>
              </p:cNvGrpSpPr>
              <p:nvPr/>
            </p:nvGrpSpPr>
            <p:grpSpPr bwMode="auto">
              <a:xfrm>
                <a:off x="1706563" y="3804053"/>
                <a:ext cx="2261562" cy="2876725"/>
                <a:chOff x="1706563" y="3804053"/>
                <a:chExt cx="2261562" cy="2876725"/>
              </a:xfrm>
            </p:grpSpPr>
            <p:sp>
              <p:nvSpPr>
                <p:cNvPr id="52299" name="Oval 12"/>
                <p:cNvSpPr>
                  <a:spLocks noChangeArrowheads="1"/>
                </p:cNvSpPr>
                <p:nvPr/>
              </p:nvSpPr>
              <p:spPr bwMode="auto">
                <a:xfrm>
                  <a:off x="2246313" y="3804053"/>
                  <a:ext cx="512137" cy="415120"/>
                </a:xfrm>
                <a:prstGeom prst="ellipse">
                  <a:avLst/>
                </a:prstGeom>
                <a:solidFill>
                  <a:schemeClr val="accent1"/>
                </a:solidFill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>
                  <a:spAutoFit/>
                </a:bodyPr>
                <a:lstStyle/>
                <a:p>
                  <a:r>
                    <a:rPr lang="en-US" sz="1400">
                      <a:solidFill>
                        <a:srgbClr val="000000"/>
                      </a:solidFill>
                      <a:latin typeface="Times New Roman" charset="0"/>
                    </a:rPr>
                    <a:t>44</a:t>
                  </a:r>
                </a:p>
              </p:txBody>
            </p:sp>
            <p:sp>
              <p:nvSpPr>
                <p:cNvPr id="52300" name="Oval 13"/>
                <p:cNvSpPr>
                  <a:spLocks noChangeArrowheads="1"/>
                </p:cNvSpPr>
                <p:nvPr/>
              </p:nvSpPr>
              <p:spPr bwMode="auto">
                <a:xfrm>
                  <a:off x="1712913" y="4413653"/>
                  <a:ext cx="512137" cy="415120"/>
                </a:xfrm>
                <a:prstGeom prst="ellipse">
                  <a:avLst/>
                </a:prstGeom>
                <a:solidFill>
                  <a:schemeClr val="accent1"/>
                </a:solidFill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>
                  <a:spAutoFit/>
                </a:bodyPr>
                <a:lstStyle/>
                <a:p>
                  <a:r>
                    <a:rPr lang="en-US" sz="1400">
                      <a:solidFill>
                        <a:srgbClr val="000000"/>
                      </a:solidFill>
                      <a:latin typeface="Times New Roman" charset="0"/>
                    </a:rPr>
                    <a:t>17</a:t>
                  </a:r>
                </a:p>
              </p:txBody>
            </p:sp>
            <p:sp>
              <p:nvSpPr>
                <p:cNvPr id="52301" name="Oval 14"/>
                <p:cNvSpPr>
                  <a:spLocks noChangeArrowheads="1"/>
                </p:cNvSpPr>
                <p:nvPr/>
              </p:nvSpPr>
              <p:spPr bwMode="auto">
                <a:xfrm>
                  <a:off x="3252788" y="5099453"/>
                  <a:ext cx="512137" cy="415120"/>
                </a:xfrm>
                <a:prstGeom prst="ellipse">
                  <a:avLst/>
                </a:prstGeom>
                <a:solidFill>
                  <a:schemeClr val="accent1"/>
                </a:solidFill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>
                  <a:spAutoFit/>
                </a:bodyPr>
                <a:lstStyle/>
                <a:p>
                  <a:r>
                    <a:rPr lang="en-US" sz="1400">
                      <a:solidFill>
                        <a:srgbClr val="000000"/>
                      </a:solidFill>
                      <a:latin typeface="Times New Roman" charset="0"/>
                    </a:rPr>
                    <a:t>78</a:t>
                  </a:r>
                </a:p>
              </p:txBody>
            </p:sp>
            <p:sp>
              <p:nvSpPr>
                <p:cNvPr id="52302" name="Oval 15"/>
                <p:cNvSpPr>
                  <a:spLocks noChangeArrowheads="1"/>
                </p:cNvSpPr>
                <p:nvPr/>
              </p:nvSpPr>
              <p:spPr bwMode="auto">
                <a:xfrm>
                  <a:off x="2446338" y="5099453"/>
                  <a:ext cx="512137" cy="415120"/>
                </a:xfrm>
                <a:prstGeom prst="ellipse">
                  <a:avLst/>
                </a:prstGeom>
                <a:solidFill>
                  <a:schemeClr val="accent1"/>
                </a:solidFill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>
                  <a:spAutoFit/>
                </a:bodyPr>
                <a:lstStyle/>
                <a:p>
                  <a:r>
                    <a:rPr lang="en-US" sz="1400">
                      <a:solidFill>
                        <a:srgbClr val="000000"/>
                      </a:solidFill>
                      <a:latin typeface="Times New Roman" charset="0"/>
                    </a:rPr>
                    <a:t>50</a:t>
                  </a:r>
                </a:p>
              </p:txBody>
            </p:sp>
            <p:sp>
              <p:nvSpPr>
                <p:cNvPr id="52303" name="Oval 16"/>
                <p:cNvSpPr>
                  <a:spLocks noChangeArrowheads="1"/>
                </p:cNvSpPr>
                <p:nvPr/>
              </p:nvSpPr>
              <p:spPr bwMode="auto">
                <a:xfrm>
                  <a:off x="3455988" y="5772553"/>
                  <a:ext cx="512137" cy="415120"/>
                </a:xfrm>
                <a:prstGeom prst="ellipse">
                  <a:avLst/>
                </a:prstGeom>
                <a:solidFill>
                  <a:schemeClr val="accent1"/>
                </a:solidFill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>
                  <a:spAutoFit/>
                </a:bodyPr>
                <a:lstStyle/>
                <a:p>
                  <a:r>
                    <a:rPr lang="en-US" sz="1400">
                      <a:solidFill>
                        <a:srgbClr val="000000"/>
                      </a:solidFill>
                      <a:latin typeface="Times New Roman" charset="0"/>
                    </a:rPr>
                    <a:t>88</a:t>
                  </a:r>
                </a:p>
              </p:txBody>
            </p:sp>
            <p:sp>
              <p:nvSpPr>
                <p:cNvPr id="52304" name="Oval 17"/>
                <p:cNvSpPr>
                  <a:spLocks noChangeArrowheads="1"/>
                </p:cNvSpPr>
                <p:nvPr/>
              </p:nvSpPr>
              <p:spPr bwMode="auto">
                <a:xfrm>
                  <a:off x="2093913" y="5785253"/>
                  <a:ext cx="512137" cy="415120"/>
                </a:xfrm>
                <a:prstGeom prst="ellipse">
                  <a:avLst/>
                </a:prstGeom>
                <a:solidFill>
                  <a:schemeClr val="accent1"/>
                </a:solidFill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>
                  <a:spAutoFit/>
                </a:bodyPr>
                <a:lstStyle/>
                <a:p>
                  <a:r>
                    <a:rPr lang="en-US" sz="1400">
                      <a:solidFill>
                        <a:srgbClr val="000000"/>
                      </a:solidFill>
                      <a:latin typeface="Times New Roman" charset="0"/>
                    </a:rPr>
                    <a:t>48</a:t>
                  </a:r>
                </a:p>
              </p:txBody>
            </p:sp>
            <p:sp>
              <p:nvSpPr>
                <p:cNvPr id="52305" name="Oval 18"/>
                <p:cNvSpPr>
                  <a:spLocks noChangeArrowheads="1"/>
                </p:cNvSpPr>
                <p:nvPr/>
              </p:nvSpPr>
              <p:spPr bwMode="auto">
                <a:xfrm>
                  <a:off x="2855913" y="4413653"/>
                  <a:ext cx="512137" cy="415120"/>
                </a:xfrm>
                <a:prstGeom prst="ellipse">
                  <a:avLst/>
                </a:prstGeom>
                <a:solidFill>
                  <a:schemeClr val="accent1"/>
                </a:solidFill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>
                  <a:spAutoFit/>
                </a:bodyPr>
                <a:lstStyle/>
                <a:p>
                  <a:r>
                    <a:rPr lang="en-US" sz="1400">
                      <a:solidFill>
                        <a:srgbClr val="000000"/>
                      </a:solidFill>
                      <a:latin typeface="Times New Roman" charset="0"/>
                    </a:rPr>
                    <a:t>62</a:t>
                  </a:r>
                </a:p>
              </p:txBody>
            </p:sp>
            <p:sp>
              <p:nvSpPr>
                <p:cNvPr id="52306" name="Rectangle 19"/>
                <p:cNvSpPr>
                  <a:spLocks noChangeArrowheads="1"/>
                </p:cNvSpPr>
                <p:nvPr/>
              </p:nvSpPr>
              <p:spPr bwMode="auto">
                <a:xfrm>
                  <a:off x="1706563" y="4927022"/>
                  <a:ext cx="184666" cy="382156"/>
                </a:xfrm>
                <a:prstGeom prst="rect">
                  <a:avLst/>
                </a:prstGeom>
                <a:solidFill>
                  <a:schemeClr val="accent1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>
                  <a:spAutoFit/>
                </a:bodyPr>
                <a:lstStyle/>
                <a:p>
                  <a:endParaRPr lang="en-US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52307" name="Rectangle 20"/>
                <p:cNvSpPr>
                  <a:spLocks noChangeArrowheads="1"/>
                </p:cNvSpPr>
                <p:nvPr/>
              </p:nvSpPr>
              <p:spPr bwMode="auto">
                <a:xfrm>
                  <a:off x="2011363" y="4927022"/>
                  <a:ext cx="184666" cy="382156"/>
                </a:xfrm>
                <a:prstGeom prst="rect">
                  <a:avLst/>
                </a:prstGeom>
                <a:solidFill>
                  <a:schemeClr val="accent1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>
                  <a:spAutoFit/>
                </a:bodyPr>
                <a:lstStyle/>
                <a:p>
                  <a:endParaRPr lang="en-US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52308" name="Rectangle 21"/>
                <p:cNvSpPr>
                  <a:spLocks noChangeArrowheads="1"/>
                </p:cNvSpPr>
                <p:nvPr/>
              </p:nvSpPr>
              <p:spPr bwMode="auto">
                <a:xfrm>
                  <a:off x="2097088" y="6298622"/>
                  <a:ext cx="184666" cy="382156"/>
                </a:xfrm>
                <a:prstGeom prst="rect">
                  <a:avLst/>
                </a:prstGeom>
                <a:solidFill>
                  <a:schemeClr val="accent1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>
                  <a:spAutoFit/>
                </a:bodyPr>
                <a:lstStyle/>
                <a:p>
                  <a:endParaRPr lang="en-US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52309" name="Rectangle 22"/>
                <p:cNvSpPr>
                  <a:spLocks noChangeArrowheads="1"/>
                </p:cNvSpPr>
                <p:nvPr/>
              </p:nvSpPr>
              <p:spPr bwMode="auto">
                <a:xfrm>
                  <a:off x="2401888" y="6298622"/>
                  <a:ext cx="184666" cy="382156"/>
                </a:xfrm>
                <a:prstGeom prst="rect">
                  <a:avLst/>
                </a:prstGeom>
                <a:solidFill>
                  <a:schemeClr val="accent1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>
                  <a:spAutoFit/>
                </a:bodyPr>
                <a:lstStyle/>
                <a:p>
                  <a:endParaRPr lang="en-US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52310" name="Rectangle 23"/>
                <p:cNvSpPr>
                  <a:spLocks noChangeArrowheads="1"/>
                </p:cNvSpPr>
                <p:nvPr/>
              </p:nvSpPr>
              <p:spPr bwMode="auto">
                <a:xfrm>
                  <a:off x="3163888" y="5676322"/>
                  <a:ext cx="184666" cy="382156"/>
                </a:xfrm>
                <a:prstGeom prst="rect">
                  <a:avLst/>
                </a:prstGeom>
                <a:solidFill>
                  <a:schemeClr val="accent1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>
                  <a:spAutoFit/>
                </a:bodyPr>
                <a:lstStyle/>
                <a:p>
                  <a:endParaRPr lang="en-US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52311" name="Rectangle 24"/>
                <p:cNvSpPr>
                  <a:spLocks noChangeArrowheads="1"/>
                </p:cNvSpPr>
                <p:nvPr/>
              </p:nvSpPr>
              <p:spPr bwMode="auto">
                <a:xfrm>
                  <a:off x="3468688" y="6285922"/>
                  <a:ext cx="184666" cy="382156"/>
                </a:xfrm>
                <a:prstGeom prst="rect">
                  <a:avLst/>
                </a:prstGeom>
                <a:solidFill>
                  <a:schemeClr val="accent1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>
                  <a:spAutoFit/>
                </a:bodyPr>
                <a:lstStyle/>
                <a:p>
                  <a:endParaRPr lang="en-US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52312" name="Rectangle 25"/>
                <p:cNvSpPr>
                  <a:spLocks noChangeArrowheads="1"/>
                </p:cNvSpPr>
                <p:nvPr/>
              </p:nvSpPr>
              <p:spPr bwMode="auto">
                <a:xfrm>
                  <a:off x="3773488" y="6285922"/>
                  <a:ext cx="184666" cy="382156"/>
                </a:xfrm>
                <a:prstGeom prst="rect">
                  <a:avLst/>
                </a:prstGeom>
                <a:solidFill>
                  <a:schemeClr val="accent1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>
                  <a:spAutoFit/>
                </a:bodyPr>
                <a:lstStyle/>
                <a:p>
                  <a:endParaRPr lang="en-US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52313" name="Oval 40"/>
                <p:cNvSpPr>
                  <a:spLocks noChangeArrowheads="1"/>
                </p:cNvSpPr>
                <p:nvPr/>
              </p:nvSpPr>
              <p:spPr bwMode="auto">
                <a:xfrm>
                  <a:off x="2643188" y="5785253"/>
                  <a:ext cx="512137" cy="415120"/>
                </a:xfrm>
                <a:prstGeom prst="ellipse">
                  <a:avLst/>
                </a:prstGeom>
                <a:solidFill>
                  <a:schemeClr val="accent1"/>
                </a:solidFill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>
                  <a:spAutoFit/>
                </a:bodyPr>
                <a:lstStyle/>
                <a:p>
                  <a:r>
                    <a:rPr lang="en-US" sz="1400">
                      <a:solidFill>
                        <a:srgbClr val="000000"/>
                      </a:solidFill>
                      <a:latin typeface="Times New Roman" charset="0"/>
                    </a:rPr>
                    <a:t>54</a:t>
                  </a:r>
                </a:p>
              </p:txBody>
            </p:sp>
            <p:sp>
              <p:nvSpPr>
                <p:cNvPr id="52314" name="Rectangle 41"/>
                <p:cNvSpPr>
                  <a:spLocks noChangeArrowheads="1"/>
                </p:cNvSpPr>
                <p:nvPr/>
              </p:nvSpPr>
              <p:spPr bwMode="auto">
                <a:xfrm>
                  <a:off x="2646363" y="6298622"/>
                  <a:ext cx="184666" cy="382156"/>
                </a:xfrm>
                <a:prstGeom prst="rect">
                  <a:avLst/>
                </a:prstGeom>
                <a:solidFill>
                  <a:schemeClr val="accent1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>
                  <a:spAutoFit/>
                </a:bodyPr>
                <a:lstStyle/>
                <a:p>
                  <a:endParaRPr lang="en-US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52315" name="Rectangle 42"/>
                <p:cNvSpPr>
                  <a:spLocks noChangeArrowheads="1"/>
                </p:cNvSpPr>
                <p:nvPr/>
              </p:nvSpPr>
              <p:spPr bwMode="auto">
                <a:xfrm>
                  <a:off x="2951163" y="6298622"/>
                  <a:ext cx="184666" cy="382156"/>
                </a:xfrm>
                <a:prstGeom prst="rect">
                  <a:avLst/>
                </a:prstGeom>
                <a:solidFill>
                  <a:schemeClr val="accent1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>
                  <a:spAutoFit/>
                </a:bodyPr>
                <a:lstStyle/>
                <a:p>
                  <a:endParaRPr lang="en-US">
                    <a:solidFill>
                      <a:srgbClr val="000000"/>
                    </a:solidFill>
                  </a:endParaRPr>
                </a:p>
              </p:txBody>
            </p:sp>
          </p:grpSp>
          <p:cxnSp>
            <p:nvCxnSpPr>
              <p:cNvPr id="52297" name="AutoShape 43"/>
              <p:cNvCxnSpPr>
                <a:cxnSpLocks noChangeShapeType="1"/>
                <a:stCxn id="52313" idx="4"/>
                <a:endCxn id="52314" idx="0"/>
              </p:cNvCxnSpPr>
              <p:nvPr/>
            </p:nvCxnSpPr>
            <p:spPr bwMode="auto">
              <a:xfrm rot="5400000">
                <a:off x="2769853" y="6169217"/>
                <a:ext cx="98249" cy="160561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</p:cxnSp>
          <p:cxnSp>
            <p:nvCxnSpPr>
              <p:cNvPr id="52298" name="AutoShape 44"/>
              <p:cNvCxnSpPr>
                <a:cxnSpLocks noChangeShapeType="1"/>
                <a:stCxn id="52313" idx="4"/>
                <a:endCxn id="52315" idx="0"/>
              </p:cNvCxnSpPr>
              <p:nvPr/>
            </p:nvCxnSpPr>
            <p:spPr bwMode="auto">
              <a:xfrm rot="16200000" flipH="1">
                <a:off x="2922252" y="6177377"/>
                <a:ext cx="98249" cy="144239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</p:cxnSp>
        </p:grpSp>
        <p:sp>
          <p:nvSpPr>
            <p:cNvPr id="52278" name="Text Box 45"/>
            <p:cNvSpPr txBox="1">
              <a:spLocks noChangeArrowheads="1"/>
            </p:cNvSpPr>
            <p:nvPr/>
          </p:nvSpPr>
          <p:spPr bwMode="auto">
            <a:xfrm>
              <a:off x="1219200" y="4451350"/>
              <a:ext cx="325730" cy="29520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400">
                  <a:solidFill>
                    <a:srgbClr val="000000"/>
                  </a:solidFill>
                  <a:latin typeface="Times New Roman" charset="0"/>
                </a:rPr>
                <a:t>w</a:t>
              </a:r>
            </a:p>
          </p:txBody>
        </p:sp>
        <p:sp>
          <p:nvSpPr>
            <p:cNvPr id="52279" name="Text Box 46"/>
            <p:cNvSpPr txBox="1">
              <a:spLocks noChangeArrowheads="1"/>
            </p:cNvSpPr>
            <p:nvPr/>
          </p:nvSpPr>
          <p:spPr bwMode="auto">
            <a:xfrm>
              <a:off x="4068763" y="5118100"/>
              <a:ext cx="452437" cy="3048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400">
                  <a:solidFill>
                    <a:srgbClr val="000000"/>
                  </a:solidFill>
                  <a:latin typeface="Times New Roman" charset="0"/>
                </a:rPr>
                <a:t>c=x</a:t>
              </a:r>
            </a:p>
          </p:txBody>
        </p:sp>
        <p:sp>
          <p:nvSpPr>
            <p:cNvPr id="52280" name="Text Box 47"/>
            <p:cNvSpPr txBox="1">
              <a:spLocks noChangeArrowheads="1"/>
            </p:cNvSpPr>
            <p:nvPr/>
          </p:nvSpPr>
          <p:spPr bwMode="auto">
            <a:xfrm>
              <a:off x="3652838" y="4460875"/>
              <a:ext cx="466794" cy="29520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400">
                  <a:solidFill>
                    <a:srgbClr val="000000"/>
                  </a:solidFill>
                  <a:latin typeface="Times New Roman" charset="0"/>
                </a:rPr>
                <a:t>b=y</a:t>
              </a:r>
            </a:p>
          </p:txBody>
        </p:sp>
        <p:sp>
          <p:nvSpPr>
            <p:cNvPr id="52281" name="Text Box 48"/>
            <p:cNvSpPr txBox="1">
              <a:spLocks noChangeArrowheads="1"/>
            </p:cNvSpPr>
            <p:nvPr/>
          </p:nvSpPr>
          <p:spPr bwMode="auto">
            <a:xfrm>
              <a:off x="1535113" y="3832225"/>
              <a:ext cx="442912" cy="3048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400">
                  <a:solidFill>
                    <a:srgbClr val="000000"/>
                  </a:solidFill>
                  <a:latin typeface="Times New Roman" charset="0"/>
                </a:rPr>
                <a:t>a=z</a:t>
              </a:r>
            </a:p>
          </p:txBody>
        </p:sp>
      </p:grpSp>
      <p:sp>
        <p:nvSpPr>
          <p:cNvPr id="52231" name="Line 49"/>
          <p:cNvSpPr>
            <a:spLocks noChangeShapeType="1"/>
          </p:cNvSpPr>
          <p:nvPr/>
        </p:nvSpPr>
        <p:spPr bwMode="auto">
          <a:xfrm>
            <a:off x="1639888" y="3695700"/>
            <a:ext cx="304800" cy="0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 type="triangle" w="med" len="med"/>
          </a:ln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52232" name="Line 50"/>
          <p:cNvSpPr>
            <a:spLocks noChangeShapeType="1"/>
          </p:cNvSpPr>
          <p:nvPr/>
        </p:nvSpPr>
        <p:spPr bwMode="auto">
          <a:xfrm flipV="1">
            <a:off x="1171575" y="4314825"/>
            <a:ext cx="228600" cy="0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 type="triangle" w="med" len="med"/>
          </a:ln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52233" name="Line 51"/>
          <p:cNvSpPr>
            <a:spLocks noChangeShapeType="1"/>
          </p:cNvSpPr>
          <p:nvPr/>
        </p:nvSpPr>
        <p:spPr bwMode="auto">
          <a:xfrm flipH="1">
            <a:off x="3011488" y="4324350"/>
            <a:ext cx="381000" cy="0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 type="triangle" w="med" len="med"/>
          </a:ln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52234" name="Line 52"/>
          <p:cNvSpPr>
            <a:spLocks noChangeShapeType="1"/>
          </p:cNvSpPr>
          <p:nvPr/>
        </p:nvSpPr>
        <p:spPr bwMode="auto">
          <a:xfrm flipH="1">
            <a:off x="3421063" y="4981575"/>
            <a:ext cx="381000" cy="0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 type="triangle" w="med" len="med"/>
          </a:ln>
        </p:spPr>
        <p:txBody>
          <a:bodyPr>
            <a:spAutoFit/>
          </a:bodyPr>
          <a:lstStyle/>
          <a:p>
            <a:endParaRPr lang="en-US"/>
          </a:p>
        </p:txBody>
      </p:sp>
      <p:grpSp>
        <p:nvGrpSpPr>
          <p:cNvPr id="52235" name="Group 92"/>
          <p:cNvGrpSpPr>
            <a:grpSpLocks/>
          </p:cNvGrpSpPr>
          <p:nvPr/>
        </p:nvGrpSpPr>
        <p:grpSpPr bwMode="auto">
          <a:xfrm>
            <a:off x="5410200" y="3352800"/>
            <a:ext cx="2398713" cy="2863850"/>
            <a:chOff x="5715000" y="3651653"/>
            <a:chExt cx="2398087" cy="2864025"/>
          </a:xfrm>
        </p:grpSpPr>
        <p:sp>
          <p:nvSpPr>
            <p:cNvPr id="52243" name="Rectangle 60"/>
            <p:cNvSpPr>
              <a:spLocks noChangeArrowheads="1"/>
            </p:cNvSpPr>
            <p:nvPr/>
          </p:nvSpPr>
          <p:spPr bwMode="auto">
            <a:xfrm>
              <a:off x="5715000" y="5447722"/>
              <a:ext cx="184666" cy="38215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52244" name="Rectangle 61"/>
            <p:cNvSpPr>
              <a:spLocks noChangeArrowheads="1"/>
            </p:cNvSpPr>
            <p:nvPr/>
          </p:nvSpPr>
          <p:spPr bwMode="auto">
            <a:xfrm>
              <a:off x="6019800" y="5447722"/>
              <a:ext cx="184666" cy="38215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  <p:cxnSp>
          <p:nvCxnSpPr>
            <p:cNvPr id="52245" name="AutoShape 68"/>
            <p:cNvCxnSpPr>
              <a:cxnSpLocks noChangeShapeType="1"/>
              <a:stCxn id="52255" idx="4"/>
              <a:endCxn id="52243" idx="0"/>
            </p:cNvCxnSpPr>
            <p:nvPr/>
          </p:nvCxnSpPr>
          <p:spPr bwMode="auto">
            <a:xfrm rot="5400000">
              <a:off x="5843252" y="5313554"/>
              <a:ext cx="98249" cy="170086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</p:cxnSp>
        <p:cxnSp>
          <p:nvCxnSpPr>
            <p:cNvPr id="52246" name="AutoShape 69"/>
            <p:cNvCxnSpPr>
              <a:cxnSpLocks noChangeShapeType="1"/>
              <a:stCxn id="52255" idx="4"/>
              <a:endCxn id="52244" idx="0"/>
            </p:cNvCxnSpPr>
            <p:nvPr/>
          </p:nvCxnSpPr>
          <p:spPr bwMode="auto">
            <a:xfrm rot="16200000" flipH="1">
              <a:off x="5995652" y="5331240"/>
              <a:ext cx="98249" cy="134714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</p:cxnSp>
        <p:cxnSp>
          <p:nvCxnSpPr>
            <p:cNvPr id="52247" name="AutoShape 74"/>
            <p:cNvCxnSpPr>
              <a:cxnSpLocks noChangeShapeType="1"/>
              <a:stCxn id="52259" idx="4"/>
              <a:endCxn id="52261" idx="0"/>
            </p:cNvCxnSpPr>
            <p:nvPr/>
          </p:nvCxnSpPr>
          <p:spPr bwMode="auto">
            <a:xfrm rot="5400000">
              <a:off x="6443328" y="6004117"/>
              <a:ext cx="98249" cy="16056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</p:cxnSp>
        <p:cxnSp>
          <p:nvCxnSpPr>
            <p:cNvPr id="52248" name="AutoShape 75"/>
            <p:cNvCxnSpPr>
              <a:cxnSpLocks noChangeShapeType="1"/>
              <a:stCxn id="52259" idx="4"/>
              <a:endCxn id="52262" idx="0"/>
            </p:cNvCxnSpPr>
            <p:nvPr/>
          </p:nvCxnSpPr>
          <p:spPr bwMode="auto">
            <a:xfrm rot="16200000" flipH="1">
              <a:off x="6595727" y="6012277"/>
              <a:ext cx="98249" cy="144239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</p:cxnSp>
        <p:cxnSp>
          <p:nvCxnSpPr>
            <p:cNvPr id="52249" name="AutoShape 79"/>
            <p:cNvCxnSpPr>
              <a:cxnSpLocks noChangeShapeType="1"/>
              <a:stCxn id="52258" idx="4"/>
              <a:endCxn id="52264" idx="0"/>
            </p:cNvCxnSpPr>
            <p:nvPr/>
          </p:nvCxnSpPr>
          <p:spPr bwMode="auto">
            <a:xfrm rot="5400000">
              <a:off x="7732377" y="5323079"/>
              <a:ext cx="98249" cy="151036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</p:cxnSp>
        <p:cxnSp>
          <p:nvCxnSpPr>
            <p:cNvPr id="52250" name="AutoShape 80"/>
            <p:cNvCxnSpPr>
              <a:cxnSpLocks noChangeShapeType="1"/>
              <a:stCxn id="52258" idx="4"/>
              <a:endCxn id="52265" idx="0"/>
            </p:cNvCxnSpPr>
            <p:nvPr/>
          </p:nvCxnSpPr>
          <p:spPr bwMode="auto">
            <a:xfrm rot="16200000" flipH="1">
              <a:off x="7884777" y="5321715"/>
              <a:ext cx="98249" cy="153764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</p:cxnSp>
        <p:grpSp>
          <p:nvGrpSpPr>
            <p:cNvPr id="52251" name="Group 91"/>
            <p:cNvGrpSpPr>
              <a:grpSpLocks/>
            </p:cNvGrpSpPr>
            <p:nvPr/>
          </p:nvGrpSpPr>
          <p:grpSpPr bwMode="auto">
            <a:xfrm>
              <a:off x="5721350" y="3651653"/>
              <a:ext cx="2391737" cy="2864025"/>
              <a:chOff x="5721350" y="3651653"/>
              <a:chExt cx="2391737" cy="2864025"/>
            </a:xfrm>
          </p:grpSpPr>
          <p:sp>
            <p:nvSpPr>
              <p:cNvPr id="52254" name="Oval 53"/>
              <p:cNvSpPr>
                <a:spLocks noChangeArrowheads="1"/>
              </p:cNvSpPr>
              <p:nvPr/>
            </p:nvSpPr>
            <p:spPr bwMode="auto">
              <a:xfrm>
                <a:off x="6178550" y="4248553"/>
                <a:ext cx="512137" cy="41512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r>
                  <a:rPr lang="en-US" sz="1400">
                    <a:solidFill>
                      <a:srgbClr val="000000"/>
                    </a:solidFill>
                    <a:latin typeface="Times New Roman" charset="0"/>
                  </a:rPr>
                  <a:t>44</a:t>
                </a:r>
              </a:p>
            </p:txBody>
          </p:sp>
          <p:sp>
            <p:nvSpPr>
              <p:cNvPr id="52255" name="Oval 54"/>
              <p:cNvSpPr>
                <a:spLocks noChangeArrowheads="1"/>
              </p:cNvSpPr>
              <p:nvPr/>
            </p:nvSpPr>
            <p:spPr bwMode="auto">
              <a:xfrm>
                <a:off x="5721350" y="4934353"/>
                <a:ext cx="512137" cy="41512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r>
                  <a:rPr lang="en-US" sz="1400">
                    <a:solidFill>
                      <a:srgbClr val="000000"/>
                    </a:solidFill>
                    <a:latin typeface="Times New Roman" charset="0"/>
                  </a:rPr>
                  <a:t>17</a:t>
                </a:r>
              </a:p>
            </p:txBody>
          </p:sp>
          <p:sp>
            <p:nvSpPr>
              <p:cNvPr id="52256" name="Oval 55"/>
              <p:cNvSpPr>
                <a:spLocks noChangeArrowheads="1"/>
              </p:cNvSpPr>
              <p:nvPr/>
            </p:nvSpPr>
            <p:spPr bwMode="auto">
              <a:xfrm>
                <a:off x="7397750" y="4261253"/>
                <a:ext cx="512137" cy="41512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r>
                  <a:rPr lang="en-US" sz="1400">
                    <a:solidFill>
                      <a:srgbClr val="000000"/>
                    </a:solidFill>
                    <a:latin typeface="Times New Roman" charset="0"/>
                  </a:rPr>
                  <a:t>78</a:t>
                </a:r>
              </a:p>
            </p:txBody>
          </p:sp>
          <p:sp>
            <p:nvSpPr>
              <p:cNvPr id="52257" name="Oval 56"/>
              <p:cNvSpPr>
                <a:spLocks noChangeArrowheads="1"/>
              </p:cNvSpPr>
              <p:nvPr/>
            </p:nvSpPr>
            <p:spPr bwMode="auto">
              <a:xfrm>
                <a:off x="6669088" y="4934353"/>
                <a:ext cx="512137" cy="41512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r>
                  <a:rPr lang="en-US" sz="1400">
                    <a:solidFill>
                      <a:srgbClr val="000000"/>
                    </a:solidFill>
                    <a:latin typeface="Times New Roman" charset="0"/>
                  </a:rPr>
                  <a:t>50</a:t>
                </a:r>
              </a:p>
            </p:txBody>
          </p:sp>
          <p:sp>
            <p:nvSpPr>
              <p:cNvPr id="52258" name="Oval 57"/>
              <p:cNvSpPr>
                <a:spLocks noChangeArrowheads="1"/>
              </p:cNvSpPr>
              <p:nvPr/>
            </p:nvSpPr>
            <p:spPr bwMode="auto">
              <a:xfrm>
                <a:off x="7600950" y="4934353"/>
                <a:ext cx="512137" cy="41512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r>
                  <a:rPr lang="en-US" sz="1400">
                    <a:solidFill>
                      <a:srgbClr val="000000"/>
                    </a:solidFill>
                    <a:latin typeface="Times New Roman" charset="0"/>
                  </a:rPr>
                  <a:t>88</a:t>
                </a:r>
              </a:p>
            </p:txBody>
          </p:sp>
          <p:sp>
            <p:nvSpPr>
              <p:cNvPr id="52259" name="Oval 58"/>
              <p:cNvSpPr>
                <a:spLocks noChangeArrowheads="1"/>
              </p:cNvSpPr>
              <p:nvPr/>
            </p:nvSpPr>
            <p:spPr bwMode="auto">
              <a:xfrm>
                <a:off x="6316663" y="5620153"/>
                <a:ext cx="512137" cy="41512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r>
                  <a:rPr lang="en-US" sz="1400">
                    <a:solidFill>
                      <a:srgbClr val="000000"/>
                    </a:solidFill>
                    <a:latin typeface="Times New Roman" charset="0"/>
                  </a:rPr>
                  <a:t>48</a:t>
                </a:r>
              </a:p>
            </p:txBody>
          </p:sp>
          <p:sp>
            <p:nvSpPr>
              <p:cNvPr id="52260" name="Oval 59"/>
              <p:cNvSpPr>
                <a:spLocks noChangeArrowheads="1"/>
              </p:cNvSpPr>
              <p:nvPr/>
            </p:nvSpPr>
            <p:spPr bwMode="auto">
              <a:xfrm>
                <a:off x="6772275" y="3651653"/>
                <a:ext cx="512137" cy="41512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r>
                  <a:rPr lang="en-US" sz="1400">
                    <a:solidFill>
                      <a:srgbClr val="000000"/>
                    </a:solidFill>
                    <a:latin typeface="Times New Roman" charset="0"/>
                  </a:rPr>
                  <a:t>62</a:t>
                </a:r>
              </a:p>
            </p:txBody>
          </p:sp>
          <p:sp>
            <p:nvSpPr>
              <p:cNvPr id="52261" name="Rectangle 62"/>
              <p:cNvSpPr>
                <a:spLocks noChangeArrowheads="1"/>
              </p:cNvSpPr>
              <p:nvPr/>
            </p:nvSpPr>
            <p:spPr bwMode="auto">
              <a:xfrm>
                <a:off x="6319838" y="6133522"/>
                <a:ext cx="184666" cy="382156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endParaRPr 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52262" name="Rectangle 63"/>
              <p:cNvSpPr>
                <a:spLocks noChangeArrowheads="1"/>
              </p:cNvSpPr>
              <p:nvPr/>
            </p:nvSpPr>
            <p:spPr bwMode="auto">
              <a:xfrm>
                <a:off x="6624638" y="6133522"/>
                <a:ext cx="184666" cy="382156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endParaRPr 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52263" name="Rectangle 64"/>
              <p:cNvSpPr>
                <a:spLocks noChangeArrowheads="1"/>
              </p:cNvSpPr>
              <p:nvPr/>
            </p:nvSpPr>
            <p:spPr bwMode="auto">
              <a:xfrm>
                <a:off x="7308850" y="4838122"/>
                <a:ext cx="184666" cy="382156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endParaRPr 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52264" name="Rectangle 65"/>
              <p:cNvSpPr>
                <a:spLocks noChangeArrowheads="1"/>
              </p:cNvSpPr>
              <p:nvPr/>
            </p:nvSpPr>
            <p:spPr bwMode="auto">
              <a:xfrm>
                <a:off x="7613650" y="5447722"/>
                <a:ext cx="184666" cy="382156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endParaRPr 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52265" name="Rectangle 66"/>
              <p:cNvSpPr>
                <a:spLocks noChangeArrowheads="1"/>
              </p:cNvSpPr>
              <p:nvPr/>
            </p:nvSpPr>
            <p:spPr bwMode="auto">
              <a:xfrm>
                <a:off x="7918450" y="5447722"/>
                <a:ext cx="184666" cy="382156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endParaRPr lang="en-US">
                  <a:solidFill>
                    <a:srgbClr val="000000"/>
                  </a:solidFill>
                </a:endParaRPr>
              </a:p>
            </p:txBody>
          </p:sp>
          <p:cxnSp>
            <p:nvCxnSpPr>
              <p:cNvPr id="52266" name="AutoShape 67"/>
              <p:cNvCxnSpPr>
                <a:cxnSpLocks noChangeShapeType="1"/>
                <a:stCxn id="52254" idx="4"/>
                <a:endCxn id="52255" idx="0"/>
              </p:cNvCxnSpPr>
              <p:nvPr/>
            </p:nvCxnSpPr>
            <p:spPr bwMode="auto">
              <a:xfrm rot="5400000">
                <a:off x="6070679" y="4570413"/>
                <a:ext cx="270680" cy="457200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</p:cxnSp>
          <p:cxnSp>
            <p:nvCxnSpPr>
              <p:cNvPr id="52267" name="AutoShape 70"/>
              <p:cNvCxnSpPr>
                <a:cxnSpLocks noChangeShapeType="1"/>
                <a:stCxn id="52254" idx="0"/>
                <a:endCxn id="52260" idx="4"/>
              </p:cNvCxnSpPr>
              <p:nvPr/>
            </p:nvCxnSpPr>
            <p:spPr bwMode="auto">
              <a:xfrm rot="5400000" flipH="1" flipV="1">
                <a:off x="6640591" y="3860801"/>
                <a:ext cx="181780" cy="593725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</p:cxnSp>
          <p:cxnSp>
            <p:nvCxnSpPr>
              <p:cNvPr id="52268" name="AutoShape 71"/>
              <p:cNvCxnSpPr>
                <a:cxnSpLocks noChangeShapeType="1"/>
                <a:stCxn id="52256" idx="0"/>
                <a:endCxn id="52260" idx="4"/>
              </p:cNvCxnSpPr>
              <p:nvPr/>
            </p:nvCxnSpPr>
            <p:spPr bwMode="auto">
              <a:xfrm rot="16200000" flipV="1">
                <a:off x="7243842" y="3851275"/>
                <a:ext cx="194480" cy="625475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</p:cxnSp>
          <p:cxnSp>
            <p:nvCxnSpPr>
              <p:cNvPr id="52269" name="AutoShape 72"/>
              <p:cNvCxnSpPr>
                <a:cxnSpLocks noChangeShapeType="1"/>
                <a:stCxn id="52256" idx="4"/>
                <a:endCxn id="52258" idx="0"/>
              </p:cNvCxnSpPr>
              <p:nvPr/>
            </p:nvCxnSpPr>
            <p:spPr bwMode="auto">
              <a:xfrm rot="16200000" flipH="1">
                <a:off x="7626429" y="4703763"/>
                <a:ext cx="257980" cy="203200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</p:cxnSp>
          <p:cxnSp>
            <p:nvCxnSpPr>
              <p:cNvPr id="52270" name="AutoShape 73"/>
              <p:cNvCxnSpPr>
                <a:cxnSpLocks noChangeShapeType="1"/>
                <a:stCxn id="52257" idx="4"/>
                <a:endCxn id="52259" idx="0"/>
              </p:cNvCxnSpPr>
              <p:nvPr/>
            </p:nvCxnSpPr>
            <p:spPr bwMode="auto">
              <a:xfrm rot="5400000">
                <a:off x="6613605" y="5308601"/>
                <a:ext cx="270680" cy="352425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</p:cxnSp>
          <p:cxnSp>
            <p:nvCxnSpPr>
              <p:cNvPr id="52271" name="AutoShape 76"/>
              <p:cNvCxnSpPr>
                <a:cxnSpLocks noChangeShapeType="1"/>
                <a:stCxn id="52257" idx="4"/>
                <a:endCxn id="52274" idx="0"/>
              </p:cNvCxnSpPr>
              <p:nvPr/>
            </p:nvCxnSpPr>
            <p:spPr bwMode="auto">
              <a:xfrm rot="16200000" flipH="1">
                <a:off x="6888242" y="5386388"/>
                <a:ext cx="270680" cy="196850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</p:cxnSp>
          <p:cxnSp>
            <p:nvCxnSpPr>
              <p:cNvPr id="52272" name="AutoShape 77"/>
              <p:cNvCxnSpPr>
                <a:cxnSpLocks noChangeShapeType="1"/>
                <a:stCxn id="52256" idx="4"/>
                <a:endCxn id="52263" idx="0"/>
              </p:cNvCxnSpPr>
              <p:nvPr/>
            </p:nvCxnSpPr>
            <p:spPr bwMode="auto">
              <a:xfrm rot="5400000">
                <a:off x="7446627" y="4630929"/>
                <a:ext cx="161749" cy="252636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</p:cxnSp>
          <p:cxnSp>
            <p:nvCxnSpPr>
              <p:cNvPr id="52273" name="AutoShape 78"/>
              <p:cNvCxnSpPr>
                <a:cxnSpLocks noChangeShapeType="1"/>
                <a:stCxn id="52257" idx="0"/>
                <a:endCxn id="52254" idx="4"/>
              </p:cNvCxnSpPr>
              <p:nvPr/>
            </p:nvCxnSpPr>
            <p:spPr bwMode="auto">
              <a:xfrm rot="16200000" flipV="1">
                <a:off x="6544548" y="4553744"/>
                <a:ext cx="270680" cy="490538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</p:cxnSp>
          <p:sp>
            <p:nvSpPr>
              <p:cNvPr id="52274" name="Oval 81"/>
              <p:cNvSpPr>
                <a:spLocks noChangeArrowheads="1"/>
              </p:cNvSpPr>
              <p:nvPr/>
            </p:nvSpPr>
            <p:spPr bwMode="auto">
              <a:xfrm>
                <a:off x="6865938" y="5620153"/>
                <a:ext cx="512137" cy="41512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r>
                  <a:rPr lang="en-US" sz="1400">
                    <a:solidFill>
                      <a:srgbClr val="000000"/>
                    </a:solidFill>
                    <a:latin typeface="Times New Roman" charset="0"/>
                  </a:rPr>
                  <a:t>54</a:t>
                </a:r>
              </a:p>
            </p:txBody>
          </p:sp>
          <p:sp>
            <p:nvSpPr>
              <p:cNvPr id="52275" name="Rectangle 82"/>
              <p:cNvSpPr>
                <a:spLocks noChangeArrowheads="1"/>
              </p:cNvSpPr>
              <p:nvPr/>
            </p:nvSpPr>
            <p:spPr bwMode="auto">
              <a:xfrm>
                <a:off x="6869113" y="6133522"/>
                <a:ext cx="184666" cy="382156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endParaRPr 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52276" name="Rectangle 83"/>
              <p:cNvSpPr>
                <a:spLocks noChangeArrowheads="1"/>
              </p:cNvSpPr>
              <p:nvPr/>
            </p:nvSpPr>
            <p:spPr bwMode="auto">
              <a:xfrm>
                <a:off x="7173913" y="6133522"/>
                <a:ext cx="184666" cy="382156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endParaRPr lang="en-US">
                  <a:solidFill>
                    <a:srgbClr val="000000"/>
                  </a:solidFill>
                </a:endParaRPr>
              </a:p>
            </p:txBody>
          </p:sp>
        </p:grpSp>
        <p:cxnSp>
          <p:nvCxnSpPr>
            <p:cNvPr id="52252" name="AutoShape 84"/>
            <p:cNvCxnSpPr>
              <a:cxnSpLocks noChangeShapeType="1"/>
              <a:stCxn id="52274" idx="4"/>
              <a:endCxn id="52275" idx="0"/>
            </p:cNvCxnSpPr>
            <p:nvPr/>
          </p:nvCxnSpPr>
          <p:spPr bwMode="auto">
            <a:xfrm rot="5400000">
              <a:off x="6992603" y="6004117"/>
              <a:ext cx="98249" cy="16056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</p:cxnSp>
        <p:cxnSp>
          <p:nvCxnSpPr>
            <p:cNvPr id="52253" name="AutoShape 85"/>
            <p:cNvCxnSpPr>
              <a:cxnSpLocks noChangeShapeType="1"/>
              <a:stCxn id="52274" idx="4"/>
              <a:endCxn id="52276" idx="0"/>
            </p:cNvCxnSpPr>
            <p:nvPr/>
          </p:nvCxnSpPr>
          <p:spPr bwMode="auto">
            <a:xfrm rot="16200000" flipH="1">
              <a:off x="7145002" y="6012277"/>
              <a:ext cx="98249" cy="144239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</p:cxnSp>
      </p:grpSp>
      <p:sp>
        <p:nvSpPr>
          <p:cNvPr id="52236" name="Line 86"/>
          <p:cNvSpPr>
            <a:spLocks noChangeShapeType="1"/>
          </p:cNvSpPr>
          <p:nvPr/>
        </p:nvSpPr>
        <p:spPr bwMode="auto">
          <a:xfrm>
            <a:off x="4572000" y="4876800"/>
            <a:ext cx="76200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2237" name="AutoShape 8"/>
          <p:cNvSpPr>
            <a:spLocks noChangeArrowheads="1"/>
          </p:cNvSpPr>
          <p:nvPr/>
        </p:nvSpPr>
        <p:spPr bwMode="auto">
          <a:xfrm>
            <a:off x="5867400" y="4578350"/>
            <a:ext cx="1447800" cy="1524000"/>
          </a:xfrm>
          <a:prstGeom prst="triangle">
            <a:avLst>
              <a:gd name="adj" fmla="val 50000"/>
            </a:avLst>
          </a:prstGeom>
          <a:noFill/>
          <a:ln w="38100">
            <a:solidFill>
              <a:srgbClr val="008000"/>
            </a:solidFill>
            <a:prstDash val="dash"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2238" name="AutoShape 8"/>
          <p:cNvSpPr>
            <a:spLocks noChangeArrowheads="1"/>
          </p:cNvSpPr>
          <p:nvPr/>
        </p:nvSpPr>
        <p:spPr bwMode="auto">
          <a:xfrm>
            <a:off x="1600200" y="4730750"/>
            <a:ext cx="1447800" cy="1524000"/>
          </a:xfrm>
          <a:prstGeom prst="triangle">
            <a:avLst>
              <a:gd name="adj" fmla="val 50000"/>
            </a:avLst>
          </a:prstGeom>
          <a:noFill/>
          <a:ln w="38100">
            <a:solidFill>
              <a:srgbClr val="008000"/>
            </a:solidFill>
            <a:prstDash val="dash"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2239" name="AutoShape 6"/>
          <p:cNvSpPr>
            <a:spLocks noChangeArrowheads="1"/>
          </p:cNvSpPr>
          <p:nvPr/>
        </p:nvSpPr>
        <p:spPr bwMode="auto">
          <a:xfrm>
            <a:off x="7086600" y="4502150"/>
            <a:ext cx="914400" cy="990600"/>
          </a:xfrm>
          <a:prstGeom prst="triangle">
            <a:avLst>
              <a:gd name="adj" fmla="val 50000"/>
            </a:avLst>
          </a:prstGeom>
          <a:noFill/>
          <a:ln w="38100">
            <a:solidFill>
              <a:srgbClr val="FF6600"/>
            </a:solidFill>
            <a:prstDash val="dash"/>
            <a:miter lim="800000"/>
            <a:headEnd/>
            <a:tailEnd/>
          </a:ln>
        </p:spPr>
        <p:txBody>
          <a:bodyPr wrap="none" anchor="ctr"/>
          <a:lstStyle/>
          <a:p>
            <a:r>
              <a:rPr lang="en-US"/>
              <a:t>∂</a:t>
            </a:r>
          </a:p>
        </p:txBody>
      </p:sp>
      <p:sp>
        <p:nvSpPr>
          <p:cNvPr id="52240" name="AutoShape 6"/>
          <p:cNvSpPr>
            <a:spLocks noChangeArrowheads="1"/>
          </p:cNvSpPr>
          <p:nvPr/>
        </p:nvSpPr>
        <p:spPr bwMode="auto">
          <a:xfrm>
            <a:off x="2895600" y="5187950"/>
            <a:ext cx="914400" cy="990600"/>
          </a:xfrm>
          <a:prstGeom prst="triangle">
            <a:avLst>
              <a:gd name="adj" fmla="val 50000"/>
            </a:avLst>
          </a:prstGeom>
          <a:noFill/>
          <a:ln w="38100">
            <a:solidFill>
              <a:srgbClr val="FF6600"/>
            </a:solidFill>
            <a:prstDash val="dash"/>
            <a:miter lim="800000"/>
            <a:headEnd/>
            <a:tailEnd/>
          </a:ln>
        </p:spPr>
        <p:txBody>
          <a:bodyPr wrap="none" anchor="ctr"/>
          <a:lstStyle/>
          <a:p>
            <a:r>
              <a:rPr lang="en-US"/>
              <a:t>∂</a:t>
            </a:r>
          </a:p>
        </p:txBody>
      </p:sp>
      <p:sp>
        <p:nvSpPr>
          <p:cNvPr id="52241" name="AutoShape 7"/>
          <p:cNvSpPr>
            <a:spLocks noChangeArrowheads="1"/>
          </p:cNvSpPr>
          <p:nvPr/>
        </p:nvSpPr>
        <p:spPr bwMode="auto">
          <a:xfrm>
            <a:off x="2743200" y="5264150"/>
            <a:ext cx="457200" cy="381000"/>
          </a:xfrm>
          <a:prstGeom prst="triangle">
            <a:avLst>
              <a:gd name="adj" fmla="val 50000"/>
            </a:avLst>
          </a:prstGeom>
          <a:noFill/>
          <a:ln w="38100">
            <a:solidFill>
              <a:srgbClr val="0000FF"/>
            </a:solidFill>
            <a:prstDash val="dash"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2242" name="AutoShape 7"/>
          <p:cNvSpPr>
            <a:spLocks noChangeArrowheads="1"/>
          </p:cNvSpPr>
          <p:nvPr/>
        </p:nvSpPr>
        <p:spPr bwMode="auto">
          <a:xfrm>
            <a:off x="6858000" y="4502150"/>
            <a:ext cx="457200" cy="381000"/>
          </a:xfrm>
          <a:prstGeom prst="triangle">
            <a:avLst>
              <a:gd name="adj" fmla="val 50000"/>
            </a:avLst>
          </a:prstGeom>
          <a:noFill/>
          <a:ln w="38100">
            <a:solidFill>
              <a:srgbClr val="0000FF"/>
            </a:solidFill>
            <a:prstDash val="dash"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Exercise: AVL Trees</a:t>
            </a:r>
          </a:p>
        </p:txBody>
      </p:sp>
      <p:sp>
        <p:nvSpPr>
          <p:cNvPr id="53251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  <a:buClrTx/>
              <a:buFont typeface="Times" charset="0"/>
              <a:buChar char="•"/>
            </a:pPr>
            <a:r>
              <a:rPr lang="en-US" sz="2800" smtClean="0"/>
              <a:t>Insert into an initially empty AVL tree items with the following keys (in this order). Draw the resulting AVL tree</a:t>
            </a:r>
          </a:p>
          <a:p>
            <a:pPr lvl="1">
              <a:lnSpc>
                <a:spcPct val="90000"/>
              </a:lnSpc>
              <a:buClrTx/>
              <a:buFont typeface="Times" charset="0"/>
              <a:buChar char="•"/>
            </a:pPr>
            <a:r>
              <a:rPr lang="en-US" sz="2400" smtClean="0"/>
              <a:t>30, 40, 24, 58, 48, 26, 11, 13</a:t>
            </a:r>
          </a:p>
          <a:p>
            <a:pPr>
              <a:lnSpc>
                <a:spcPct val="90000"/>
              </a:lnSpc>
              <a:buClrTx/>
              <a:buFont typeface="Times" charset="0"/>
              <a:buChar char="•"/>
            </a:pPr>
            <a:r>
              <a:rPr lang="en-US" smtClean="0"/>
              <a:t>Now, remove the item with key 48. Draw the resulting tree</a:t>
            </a:r>
          </a:p>
          <a:p>
            <a:pPr>
              <a:lnSpc>
                <a:spcPct val="90000"/>
              </a:lnSpc>
              <a:buClrTx/>
              <a:buFont typeface="Times" charset="0"/>
              <a:buChar char="•"/>
            </a:pPr>
            <a:r>
              <a:rPr lang="en-US" smtClean="0"/>
              <a:t>Now, remove the item with key 58. Draw the resulting tree</a:t>
            </a:r>
          </a:p>
          <a:p>
            <a:pPr>
              <a:lnSpc>
                <a:spcPct val="90000"/>
              </a:lnSpc>
              <a:buClrTx/>
              <a:buFont typeface="Times" charset="0"/>
              <a:buChar char="•"/>
            </a:pPr>
            <a:endParaRPr lang="en-US" sz="2800" smtClean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5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0"/>
            <a:ext cx="6705600" cy="1143000"/>
          </a:xfrm>
        </p:spPr>
        <p:txBody>
          <a:bodyPr/>
          <a:lstStyle/>
          <a:p>
            <a:r>
              <a:rPr lang="en-US" smtClean="0"/>
              <a:t>Running Times for AVL Trees</a:t>
            </a:r>
          </a:p>
        </p:txBody>
      </p:sp>
      <p:sp>
        <p:nvSpPr>
          <p:cNvPr id="54276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609600" y="1447800"/>
            <a:ext cx="8229600" cy="4572000"/>
          </a:xfrm>
        </p:spPr>
        <p:txBody>
          <a:bodyPr/>
          <a:lstStyle/>
          <a:p>
            <a:pPr>
              <a:buClrTx/>
              <a:buFont typeface="Times" charset="0"/>
              <a:buChar char="•"/>
            </a:pPr>
            <a:r>
              <a:rPr lang="en-US" smtClean="0"/>
              <a:t>a single restructure is O(1)</a:t>
            </a:r>
          </a:p>
          <a:p>
            <a:pPr lvl="1">
              <a:buClrTx/>
              <a:buFont typeface="Times" charset="0"/>
              <a:buChar char="•"/>
            </a:pPr>
            <a:r>
              <a:rPr lang="en-US" smtClean="0"/>
              <a:t>using a linked-structure binary tree</a:t>
            </a:r>
          </a:p>
          <a:p>
            <a:pPr>
              <a:buClrTx/>
              <a:buFont typeface="Times" charset="0"/>
              <a:buChar char="•"/>
            </a:pPr>
            <a:r>
              <a:rPr lang="en-US" smtClean="0"/>
              <a:t>find is O(log n)</a:t>
            </a:r>
          </a:p>
          <a:p>
            <a:pPr lvl="1">
              <a:buClrTx/>
              <a:buFont typeface="Times" charset="0"/>
              <a:buChar char="•"/>
            </a:pPr>
            <a:r>
              <a:rPr lang="en-US" smtClean="0"/>
              <a:t>height of tree is O(log n), no restructures needed</a:t>
            </a:r>
            <a:endParaRPr lang="en-US" sz="2400" smtClean="0"/>
          </a:p>
          <a:p>
            <a:pPr>
              <a:buClrTx/>
              <a:buFont typeface="Times" charset="0"/>
              <a:buChar char="•"/>
            </a:pPr>
            <a:r>
              <a:rPr lang="en-US" smtClean="0"/>
              <a:t>insert is O(log n)</a:t>
            </a:r>
          </a:p>
          <a:p>
            <a:pPr lvl="1">
              <a:buClrTx/>
              <a:buFont typeface="Times" charset="0"/>
              <a:buChar char="•"/>
            </a:pPr>
            <a:r>
              <a:rPr lang="en-US" smtClean="0"/>
              <a:t>initial find is O(log n)</a:t>
            </a:r>
          </a:p>
          <a:p>
            <a:pPr lvl="1">
              <a:buClrTx/>
              <a:buFont typeface="Times" charset="0"/>
              <a:buChar char="•"/>
            </a:pPr>
            <a:r>
              <a:rPr lang="en-US" smtClean="0"/>
              <a:t>Restructuring up the tree, maintaining heights is O(log n)</a:t>
            </a:r>
          </a:p>
          <a:p>
            <a:pPr>
              <a:buClrTx/>
              <a:buFont typeface="Times" charset="0"/>
              <a:buChar char="•"/>
            </a:pPr>
            <a:r>
              <a:rPr lang="en-US" smtClean="0"/>
              <a:t>remove is O(log n)</a:t>
            </a:r>
          </a:p>
          <a:p>
            <a:pPr lvl="1">
              <a:buClrTx/>
              <a:buFont typeface="Times" charset="0"/>
              <a:buChar char="•"/>
            </a:pPr>
            <a:r>
              <a:rPr lang="en-US" smtClean="0"/>
              <a:t>initial find is O(log n)</a:t>
            </a:r>
          </a:p>
          <a:p>
            <a:pPr lvl="1">
              <a:buClrTx/>
              <a:buFont typeface="Times" charset="0"/>
              <a:buChar char="•"/>
            </a:pPr>
            <a:r>
              <a:rPr lang="en-US" smtClean="0"/>
              <a:t>Restructuring up the tree, maintaining heights is O(log n)</a:t>
            </a:r>
          </a:p>
        </p:txBody>
      </p:sp>
      <p:graphicFrame>
        <p:nvGraphicFramePr>
          <p:cNvPr id="54274" name="Object 2"/>
          <p:cNvGraphicFramePr>
            <a:graphicFrameLocks noChangeAspect="1"/>
          </p:cNvGraphicFramePr>
          <p:nvPr/>
        </p:nvGraphicFramePr>
        <p:xfrm>
          <a:off x="6477000" y="228600"/>
          <a:ext cx="2352675" cy="2087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287" name="Clip" r:id="rId3" imgW="2352240" imgH="2088360" progId="MS_ClipArt_Gallery.2">
                  <p:embed/>
                </p:oleObj>
              </mc:Choice>
              <mc:Fallback>
                <p:oleObj name="Clip" r:id="rId3" imgW="2352240" imgH="2088360" progId="MS_ClipArt_Gallery.2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77000" y="228600"/>
                        <a:ext cx="2352675" cy="20875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E6F00D"/>
      </a:accent1>
      <a:accent2>
        <a:srgbClr val="3333CC"/>
      </a:accent2>
      <a:accent3>
        <a:srgbClr val="0D21FF"/>
      </a:accent3>
      <a:accent4>
        <a:srgbClr val="000000"/>
      </a:accent4>
      <a:accent5>
        <a:srgbClr val="FFCF02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 Theme">
      <a:majorFont>
        <a:latin typeface="Arial"/>
        <a:ea typeface="ＭＳ Ｐゴシック"/>
        <a:cs typeface="ＭＳ Ｐゴシック"/>
      </a:majorFont>
      <a:minorFont>
        <a:latin typeface="Arial"/>
        <a:ea typeface="ＭＳ Ｐゴシック"/>
        <a:cs typeface="ＭＳ Ｐゴシック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57200" rtl="0" eaLnBrk="0" fontAlgn="base" latinLnBrk="0" hangingPunct="0">
          <a:lnSpc>
            <a:spcPct val="93000"/>
          </a:lnSpc>
          <a:spcBef>
            <a:spcPts val="500"/>
          </a:spcBef>
          <a:spcAft>
            <a:spcPct val="0"/>
          </a:spcAft>
          <a:buClr>
            <a:srgbClr val="333399"/>
          </a:buClr>
          <a:buSzPct val="100000"/>
          <a:buFont typeface="Arial" pitchFamily="-107" charset="0"/>
          <a:buNone/>
          <a:tabLst/>
          <a:defRPr kumimoji="0" lang="en-GB" sz="2000" b="0" i="0" u="none" strike="noStrike" cap="none" normalizeH="0" baseline="0">
            <a:ln>
              <a:noFill/>
            </a:ln>
            <a:solidFill>
              <a:schemeClr val="bg1"/>
            </a:solidFill>
            <a:effectLst/>
            <a:latin typeface="Arial" pitchFamily="-107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57200" rtl="0" eaLnBrk="0" fontAlgn="base" latinLnBrk="0" hangingPunct="0">
          <a:lnSpc>
            <a:spcPct val="93000"/>
          </a:lnSpc>
          <a:spcBef>
            <a:spcPts val="500"/>
          </a:spcBef>
          <a:spcAft>
            <a:spcPct val="0"/>
          </a:spcAft>
          <a:buClr>
            <a:srgbClr val="333399"/>
          </a:buClr>
          <a:buSzPct val="100000"/>
          <a:buFont typeface="Arial" pitchFamily="-107" charset="0"/>
          <a:buNone/>
          <a:tabLst/>
          <a:defRPr kumimoji="0" lang="en-GB" sz="2000" b="0" i="0" u="none" strike="noStrike" cap="none" normalizeH="0" baseline="0">
            <a:ln>
              <a:noFill/>
            </a:ln>
            <a:solidFill>
              <a:schemeClr val="bg1"/>
            </a:solidFill>
            <a:effectLst/>
            <a:latin typeface="Arial" pitchFamily="-107" charset="0"/>
          </a:defRPr>
        </a:defPPr>
      </a:lstStyle>
    </a:lnDef>
  </a:objectDefaults>
  <a:extraClrSchemeLst>
    <a:extraClrScheme>
      <a:clrScheme name="Office Them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Office Theme">
  <a:themeElements>
    <a:clrScheme name="Office Theme 2">
      <a:dk1>
        <a:srgbClr val="000000"/>
      </a:dk1>
      <a:lt1>
        <a:srgbClr val="FFFFFF"/>
      </a:lt1>
      <a:dk2>
        <a:srgbClr val="0000FF"/>
      </a:dk2>
      <a:lt2>
        <a:srgbClr val="FFFF00"/>
      </a:lt2>
      <a:accent1>
        <a:srgbClr val="FF9900"/>
      </a:accent1>
      <a:accent2>
        <a:srgbClr val="00FFFF"/>
      </a:accent2>
      <a:accent3>
        <a:srgbClr val="AAAAFF"/>
      </a:accent3>
      <a:accent4>
        <a:srgbClr val="DADADA"/>
      </a:accent4>
      <a:accent5>
        <a:srgbClr val="FFCAAA"/>
      </a:accent5>
      <a:accent6>
        <a:srgbClr val="00E7E7"/>
      </a:accent6>
      <a:hlink>
        <a:srgbClr val="FF0000"/>
      </a:hlink>
      <a:folHlink>
        <a:srgbClr val="969696"/>
      </a:folHlink>
    </a:clrScheme>
    <a:fontScheme name="Office Theme">
      <a:majorFont>
        <a:latin typeface="Arial"/>
        <a:ea typeface="ＭＳ Ｐゴシック"/>
        <a:cs typeface="ＭＳ Ｐゴシック"/>
      </a:majorFont>
      <a:minorFont>
        <a:latin typeface="Arial"/>
        <a:ea typeface="ＭＳ Ｐゴシック"/>
        <a:cs typeface="ＭＳ Ｐゴシック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57200" rtl="0" eaLnBrk="0" fontAlgn="base" latinLnBrk="0" hangingPunct="0">
          <a:lnSpc>
            <a:spcPct val="93000"/>
          </a:lnSpc>
          <a:spcBef>
            <a:spcPts val="500"/>
          </a:spcBef>
          <a:spcAft>
            <a:spcPct val="0"/>
          </a:spcAft>
          <a:buClr>
            <a:srgbClr val="333399"/>
          </a:buClr>
          <a:buSzPct val="100000"/>
          <a:buFont typeface="Arial" pitchFamily="-107" charset="0"/>
          <a:buNone/>
          <a:tabLst/>
          <a:defRPr kumimoji="0" lang="en-GB" sz="2000" b="0" i="0" u="none" strike="noStrike" cap="none" normalizeH="0" baseline="0">
            <a:ln>
              <a:noFill/>
            </a:ln>
            <a:solidFill>
              <a:schemeClr val="bg1"/>
            </a:solidFill>
            <a:effectLst/>
            <a:latin typeface="Arial" pitchFamily="-107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57200" rtl="0" eaLnBrk="0" fontAlgn="base" latinLnBrk="0" hangingPunct="0">
          <a:lnSpc>
            <a:spcPct val="93000"/>
          </a:lnSpc>
          <a:spcBef>
            <a:spcPts val="500"/>
          </a:spcBef>
          <a:spcAft>
            <a:spcPct val="0"/>
          </a:spcAft>
          <a:buClr>
            <a:srgbClr val="333399"/>
          </a:buClr>
          <a:buSzPct val="100000"/>
          <a:buFont typeface="Arial" pitchFamily="-107" charset="0"/>
          <a:buNone/>
          <a:tabLst/>
          <a:defRPr kumimoji="0" lang="en-GB" sz="2000" b="0" i="0" u="none" strike="noStrike" cap="none" normalizeH="0" baseline="0">
            <a:ln>
              <a:noFill/>
            </a:ln>
            <a:solidFill>
              <a:schemeClr val="bg1"/>
            </a:solidFill>
            <a:effectLst/>
            <a:latin typeface="Arial" pitchFamily="-107" charset="0"/>
          </a:defRPr>
        </a:defPPr>
      </a:lstStyle>
    </a:lnDef>
  </a:objectDefaults>
  <a:extraClrSchemeLst>
    <a:extraClrScheme>
      <a:clrScheme name="Office Them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3061</TotalTime>
  <Words>1601</Words>
  <Application>Microsoft Office PowerPoint</Application>
  <PresentationFormat>On-screen Show (4:3)</PresentationFormat>
  <Paragraphs>384</Paragraphs>
  <Slides>25</Slides>
  <Notes>3</Notes>
  <HiddenSlides>0</HiddenSlides>
  <MMClips>0</MMClips>
  <ScaleCrop>false</ScaleCrop>
  <HeadingPairs>
    <vt:vector size="6" baseType="variant"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Office Theme</vt:lpstr>
      <vt:lpstr>1_Office Theme</vt:lpstr>
      <vt:lpstr>Clip</vt:lpstr>
      <vt:lpstr>PowerPoint Presentation</vt:lpstr>
      <vt:lpstr>Binary Search Tree (3.1.2)</vt:lpstr>
      <vt:lpstr>Search in a BST</vt:lpstr>
      <vt:lpstr>Insertion in a BST</vt:lpstr>
      <vt:lpstr>PowerPoint Presentation</vt:lpstr>
      <vt:lpstr>Exercise: Binary Search Trees</vt:lpstr>
      <vt:lpstr>Deletion in a BST</vt:lpstr>
      <vt:lpstr>Deletion (cont.)</vt:lpstr>
      <vt:lpstr>Exercise: Binary Search Trees</vt:lpstr>
      <vt:lpstr>Performance</vt:lpstr>
      <vt:lpstr>AVL Trees</vt:lpstr>
      <vt:lpstr>AVL Tree Definition</vt:lpstr>
      <vt:lpstr>PowerPoint Presentation</vt:lpstr>
      <vt:lpstr>Height of an AVL Tree</vt:lpstr>
      <vt:lpstr>Insertion in an AVL Tree</vt:lpstr>
      <vt:lpstr>Trinode Restructuring</vt:lpstr>
      <vt:lpstr>Insertion Example, continued</vt:lpstr>
      <vt:lpstr>Restructuring (as Single Rotations)</vt:lpstr>
      <vt:lpstr>Restructuring (as Double Rotations)</vt:lpstr>
      <vt:lpstr>Exercise: AVL Trees</vt:lpstr>
      <vt:lpstr>Removal in an AVL Tree</vt:lpstr>
      <vt:lpstr>Rebalancing after a Removal</vt:lpstr>
      <vt:lpstr>Rebalancing after a Removal</vt:lpstr>
      <vt:lpstr>Exercise: AVL Trees</vt:lpstr>
      <vt:lpstr>Running Times for AVL Trees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Motion planning techniques: C-space feature sensitivity and time varying environment</dc:title>
  <dc:creator> </dc:creator>
  <cp:lastModifiedBy>manimaran</cp:lastModifiedBy>
  <cp:revision>69</cp:revision>
  <cp:lastPrinted>2012-03-23T05:50:15Z</cp:lastPrinted>
  <dcterms:created xsi:type="dcterms:W3CDTF">2012-03-23T05:40:29Z</dcterms:created>
  <dcterms:modified xsi:type="dcterms:W3CDTF">2013-04-28T04:28:52Z</dcterms:modified>
</cp:coreProperties>
</file>