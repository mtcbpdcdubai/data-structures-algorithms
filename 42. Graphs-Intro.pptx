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9D1B5A-57DD-49E9-ACA8-C1125C15B11E}" type="datetimeFigureOut">
              <a:rPr lang="en-US" smtClean="0"/>
              <a:pPr/>
              <a:t>5/28/2014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C2CEB6-CB39-4DC3-8A4E-AF432107F8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6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C2CEB6-CB39-4DC3-8A4E-AF432107F84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73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81200"/>
            <a:ext cx="6400800" cy="3657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457200"/>
            <a:ext cx="8534399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228600"/>
            <a:ext cx="89154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0"/>
            <a:ext cx="8839200" cy="5943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28600"/>
            <a:ext cx="89154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1" y="228600"/>
            <a:ext cx="82296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Terminology </a:t>
            </a:r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Directed Graph :-</a:t>
            </a:r>
          </a:p>
          <a:p>
            <a:r>
              <a:rPr lang="en-US" dirty="0" smtClean="0"/>
              <a:t>In –degree of a vertex</a:t>
            </a:r>
          </a:p>
          <a:p>
            <a:r>
              <a:rPr lang="en-US" dirty="0" smtClean="0"/>
              <a:t>Out-Degree of a vertex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1" y="304800"/>
            <a:ext cx="83820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1" y="304800"/>
            <a:ext cx="87630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200"/>
            <a:ext cx="8763918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4800"/>
            <a:ext cx="91440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Methods for directed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directedEdges</a:t>
            </a:r>
            <a:r>
              <a:rPr lang="en-US" dirty="0" smtClean="0"/>
              <a:t>() : returns all directed edges</a:t>
            </a:r>
          </a:p>
          <a:p>
            <a:r>
              <a:rPr lang="en-US" dirty="0" smtClean="0"/>
              <a:t>Destination(e) : returns the destination of the directed edge e</a:t>
            </a:r>
          </a:p>
          <a:p>
            <a:r>
              <a:rPr lang="en-US" dirty="0" smtClean="0"/>
              <a:t>Origin(e)</a:t>
            </a:r>
          </a:p>
          <a:p>
            <a:r>
              <a:rPr lang="en-US" dirty="0" err="1" smtClean="0"/>
              <a:t>isDirected</a:t>
            </a:r>
            <a:r>
              <a:rPr lang="en-US" dirty="0" smtClean="0"/>
              <a:t>(e)</a:t>
            </a:r>
          </a:p>
          <a:p>
            <a:r>
              <a:rPr lang="en-US" dirty="0" err="1" smtClean="0"/>
              <a:t>inDegree</a:t>
            </a:r>
            <a:r>
              <a:rPr lang="en-US" dirty="0" smtClean="0"/>
              <a:t>(v)</a:t>
            </a:r>
          </a:p>
          <a:p>
            <a:r>
              <a:rPr lang="en-US" dirty="0" err="1" smtClean="0"/>
              <a:t>outDegree</a:t>
            </a:r>
            <a:r>
              <a:rPr lang="en-US" dirty="0" smtClean="0"/>
              <a:t>(v)</a:t>
            </a:r>
          </a:p>
          <a:p>
            <a:r>
              <a:rPr lang="en-US" dirty="0" err="1" smtClean="0"/>
              <a:t>inIncidentEdges</a:t>
            </a:r>
            <a:r>
              <a:rPr lang="en-US" dirty="0" smtClean="0"/>
              <a:t>(v), </a:t>
            </a:r>
            <a:r>
              <a:rPr lang="en-US" dirty="0" err="1" smtClean="0"/>
              <a:t>outIncidentEdges</a:t>
            </a:r>
            <a:r>
              <a:rPr lang="en-US" dirty="0" smtClean="0"/>
              <a:t>(v)</a:t>
            </a:r>
          </a:p>
          <a:p>
            <a:r>
              <a:rPr lang="en-US" dirty="0" smtClean="0"/>
              <a:t>Refer book Pg No : 294 &amp; Pg No : 295 for additional Methods.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04800"/>
            <a:ext cx="8686800" cy="6095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28600"/>
            <a:ext cx="8458199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28600"/>
            <a:ext cx="8763000" cy="6172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1" y="228600"/>
            <a:ext cx="88392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0"/>
            <a:ext cx="84582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57200"/>
            <a:ext cx="80772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0"/>
            <a:ext cx="8229599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28600"/>
            <a:ext cx="82296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04800"/>
            <a:ext cx="8077200" cy="6095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1" y="381000"/>
            <a:ext cx="8077200" cy="6172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28600"/>
            <a:ext cx="85344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04800"/>
            <a:ext cx="8458199" cy="6019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533400"/>
            <a:ext cx="84582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</TotalTime>
  <Words>66</Words>
  <Application>Microsoft Office PowerPoint</Application>
  <PresentationFormat>On-screen Show (4:3)</PresentationFormat>
  <Paragraphs>14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Terminology contd…</vt:lpstr>
      <vt:lpstr>PowerPoint Presentation</vt:lpstr>
      <vt:lpstr>PowerPoint Presentation</vt:lpstr>
      <vt:lpstr>PowerPoint Presentation</vt:lpstr>
      <vt:lpstr>PowerPoint Presentation</vt:lpstr>
      <vt:lpstr>Methods for directed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Kshitij Gupta</cp:lastModifiedBy>
  <cp:revision>14</cp:revision>
  <dcterms:created xsi:type="dcterms:W3CDTF">2006-08-16T00:00:00Z</dcterms:created>
  <dcterms:modified xsi:type="dcterms:W3CDTF">2014-05-28T08:46:05Z</dcterms:modified>
</cp:coreProperties>
</file>